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5C90D8-5002-4380-805B-F1C9D590E373}" v="40" dt="2025-08-20T17:54:52.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tiwari240@gmail.com" userId="fcb20ec8cdca6863" providerId="LiveId" clId="{425C90D8-5002-4380-805B-F1C9D590E373}"/>
    <pc:docChg chg="undo custSel addSld modSld">
      <pc:chgData name="aryantiwari240@gmail.com" userId="fcb20ec8cdca6863" providerId="LiveId" clId="{425C90D8-5002-4380-805B-F1C9D590E373}" dt="2025-08-20T17:55:57.754" v="200" actId="14100"/>
      <pc:docMkLst>
        <pc:docMk/>
      </pc:docMkLst>
      <pc:sldChg chg="modSp new mod">
        <pc:chgData name="aryantiwari240@gmail.com" userId="fcb20ec8cdca6863" providerId="LiveId" clId="{425C90D8-5002-4380-805B-F1C9D590E373}" dt="2025-08-20T17:22:50.683" v="175" actId="1076"/>
        <pc:sldMkLst>
          <pc:docMk/>
          <pc:sldMk cId="1849729001" sldId="256"/>
        </pc:sldMkLst>
        <pc:spChg chg="mod">
          <ac:chgData name="aryantiwari240@gmail.com" userId="fcb20ec8cdca6863" providerId="LiveId" clId="{425C90D8-5002-4380-805B-F1C9D590E373}" dt="2025-08-20T17:22:01.370" v="174"/>
          <ac:spMkLst>
            <pc:docMk/>
            <pc:sldMk cId="1849729001" sldId="256"/>
            <ac:spMk id="2" creationId="{4BF062C6-7713-D153-C31A-81CA26E359DB}"/>
          </ac:spMkLst>
        </pc:spChg>
        <pc:spChg chg="mod">
          <ac:chgData name="aryantiwari240@gmail.com" userId="fcb20ec8cdca6863" providerId="LiveId" clId="{425C90D8-5002-4380-805B-F1C9D590E373}" dt="2025-08-20T17:21:31.830" v="172" actId="1076"/>
          <ac:spMkLst>
            <pc:docMk/>
            <pc:sldMk cId="1849729001" sldId="256"/>
            <ac:spMk id="3" creationId="{60D2102B-0CD4-A58E-C05E-18C26C126689}"/>
          </ac:spMkLst>
        </pc:spChg>
        <pc:spChg chg="mod">
          <ac:chgData name="aryantiwari240@gmail.com" userId="fcb20ec8cdca6863" providerId="LiveId" clId="{425C90D8-5002-4380-805B-F1C9D590E373}" dt="2025-08-20T17:22:50.683" v="175" actId="1076"/>
          <ac:spMkLst>
            <pc:docMk/>
            <pc:sldMk cId="1849729001" sldId="256"/>
            <ac:spMk id="4" creationId="{3CF4E3C2-3722-FAE2-7B53-95C6F99F8C14}"/>
          </ac:spMkLst>
        </pc:spChg>
      </pc:sldChg>
      <pc:sldChg chg="addSp delSp modSp new mod">
        <pc:chgData name="aryantiwari240@gmail.com" userId="fcb20ec8cdca6863" providerId="LiveId" clId="{425C90D8-5002-4380-805B-F1C9D590E373}" dt="2025-08-20T17:22:01.370" v="174"/>
        <pc:sldMkLst>
          <pc:docMk/>
          <pc:sldMk cId="1839968727" sldId="257"/>
        </pc:sldMkLst>
        <pc:spChg chg="mod">
          <ac:chgData name="aryantiwari240@gmail.com" userId="fcb20ec8cdca6863" providerId="LiveId" clId="{425C90D8-5002-4380-805B-F1C9D590E373}" dt="2025-08-20T17:22:01.370" v="174"/>
          <ac:spMkLst>
            <pc:docMk/>
            <pc:sldMk cId="1839968727" sldId="257"/>
            <ac:spMk id="2" creationId="{6263527D-DAA0-3867-E5B5-6D4475610A23}"/>
          </ac:spMkLst>
        </pc:spChg>
        <pc:spChg chg="mod">
          <ac:chgData name="aryantiwari240@gmail.com" userId="fcb20ec8cdca6863" providerId="LiveId" clId="{425C90D8-5002-4380-805B-F1C9D590E373}" dt="2025-08-20T16:11:06.582" v="14" actId="404"/>
          <ac:spMkLst>
            <pc:docMk/>
            <pc:sldMk cId="1839968727" sldId="257"/>
            <ac:spMk id="3" creationId="{A8351F69-0F6F-122E-28FC-75C21AE5BC34}"/>
          </ac:spMkLst>
        </pc:spChg>
        <pc:spChg chg="add del">
          <ac:chgData name="aryantiwari240@gmail.com" userId="fcb20ec8cdca6863" providerId="LiveId" clId="{425C90D8-5002-4380-805B-F1C9D590E373}" dt="2025-08-20T16:11:29.098" v="16" actId="478"/>
          <ac:spMkLst>
            <pc:docMk/>
            <pc:sldMk cId="1839968727" sldId="257"/>
            <ac:spMk id="5" creationId="{1321D92E-8491-55C6-5F8E-7BDF58CB568D}"/>
          </ac:spMkLst>
        </pc:spChg>
        <pc:graphicFrameChg chg="add del mod">
          <ac:chgData name="aryantiwari240@gmail.com" userId="fcb20ec8cdca6863" providerId="LiveId" clId="{425C90D8-5002-4380-805B-F1C9D590E373}" dt="2025-08-20T16:12:23.863" v="21" actId="478"/>
          <ac:graphicFrameMkLst>
            <pc:docMk/>
            <pc:sldMk cId="1839968727" sldId="257"/>
            <ac:graphicFrameMk id="6" creationId="{7C5D3C36-DB00-3A1E-7CAA-A33D925C4B61}"/>
          </ac:graphicFrameMkLst>
        </pc:graphicFrameChg>
        <pc:picChg chg="add mod">
          <ac:chgData name="aryantiwari240@gmail.com" userId="fcb20ec8cdca6863" providerId="LiveId" clId="{425C90D8-5002-4380-805B-F1C9D590E373}" dt="2025-08-20T16:14:30.546" v="29" actId="14100"/>
          <ac:picMkLst>
            <pc:docMk/>
            <pc:sldMk cId="1839968727" sldId="257"/>
            <ac:picMk id="8" creationId="{2FA7CCAF-67B1-FE5C-55DF-3A708EE94862}"/>
          </ac:picMkLst>
        </pc:picChg>
      </pc:sldChg>
      <pc:sldChg chg="addSp modSp new mod">
        <pc:chgData name="aryantiwari240@gmail.com" userId="fcb20ec8cdca6863" providerId="LiveId" clId="{425C90D8-5002-4380-805B-F1C9D590E373}" dt="2025-08-20T17:23:49.559" v="178" actId="14100"/>
        <pc:sldMkLst>
          <pc:docMk/>
          <pc:sldMk cId="3812811610" sldId="258"/>
        </pc:sldMkLst>
        <pc:spChg chg="mod">
          <ac:chgData name="aryantiwari240@gmail.com" userId="fcb20ec8cdca6863" providerId="LiveId" clId="{425C90D8-5002-4380-805B-F1C9D590E373}" dt="2025-08-20T17:16:23.764" v="149" actId="14100"/>
          <ac:spMkLst>
            <pc:docMk/>
            <pc:sldMk cId="3812811610" sldId="258"/>
            <ac:spMk id="2" creationId="{FD6970E8-D139-7B90-D2DF-B39D438AE436}"/>
          </ac:spMkLst>
        </pc:spChg>
        <pc:spChg chg="mod">
          <ac:chgData name="aryantiwari240@gmail.com" userId="fcb20ec8cdca6863" providerId="LiveId" clId="{425C90D8-5002-4380-805B-F1C9D590E373}" dt="2025-08-20T17:22:01.370" v="174"/>
          <ac:spMkLst>
            <pc:docMk/>
            <pc:sldMk cId="3812811610" sldId="258"/>
            <ac:spMk id="3" creationId="{41927781-12AA-417D-0176-DCA586E23211}"/>
          </ac:spMkLst>
        </pc:spChg>
        <pc:picChg chg="add mod">
          <ac:chgData name="aryantiwari240@gmail.com" userId="fcb20ec8cdca6863" providerId="LiveId" clId="{425C90D8-5002-4380-805B-F1C9D590E373}" dt="2025-08-20T17:23:49.559" v="178" actId="14100"/>
          <ac:picMkLst>
            <pc:docMk/>
            <pc:sldMk cId="3812811610" sldId="258"/>
            <ac:picMk id="5" creationId="{427323C7-D4ED-8B87-BC8D-D7BD6787A9E1}"/>
          </ac:picMkLst>
        </pc:picChg>
      </pc:sldChg>
      <pc:sldChg chg="addSp modSp new mod">
        <pc:chgData name="aryantiwari240@gmail.com" userId="fcb20ec8cdca6863" providerId="LiveId" clId="{425C90D8-5002-4380-805B-F1C9D590E373}" dt="2025-08-20T17:31:36.996" v="179" actId="20577"/>
        <pc:sldMkLst>
          <pc:docMk/>
          <pc:sldMk cId="241479837" sldId="259"/>
        </pc:sldMkLst>
        <pc:spChg chg="mod">
          <ac:chgData name="aryantiwari240@gmail.com" userId="fcb20ec8cdca6863" providerId="LiveId" clId="{425C90D8-5002-4380-805B-F1C9D590E373}" dt="2025-08-20T17:31:36.996" v="179" actId="20577"/>
          <ac:spMkLst>
            <pc:docMk/>
            <pc:sldMk cId="241479837" sldId="259"/>
            <ac:spMk id="2" creationId="{84BA21BA-7C19-8DAC-4023-0DB27AA1C6B1}"/>
          </ac:spMkLst>
        </pc:spChg>
        <pc:spChg chg="mod">
          <ac:chgData name="aryantiwari240@gmail.com" userId="fcb20ec8cdca6863" providerId="LiveId" clId="{425C90D8-5002-4380-805B-F1C9D590E373}" dt="2025-08-20T16:25:23.654" v="69" actId="14100"/>
          <ac:spMkLst>
            <pc:docMk/>
            <pc:sldMk cId="241479837" sldId="259"/>
            <ac:spMk id="3" creationId="{845472DD-CE8A-CE74-9EA7-1B72A71973F5}"/>
          </ac:spMkLst>
        </pc:spChg>
        <pc:picChg chg="add mod">
          <ac:chgData name="aryantiwari240@gmail.com" userId="fcb20ec8cdca6863" providerId="LiveId" clId="{425C90D8-5002-4380-805B-F1C9D590E373}" dt="2025-08-20T16:25:57.150" v="73" actId="14100"/>
          <ac:picMkLst>
            <pc:docMk/>
            <pc:sldMk cId="241479837" sldId="259"/>
            <ac:picMk id="5" creationId="{38967AFB-B1C1-4F2D-9F8E-FE9B41553854}"/>
          </ac:picMkLst>
        </pc:picChg>
      </pc:sldChg>
      <pc:sldChg chg="addSp modSp new mod">
        <pc:chgData name="aryantiwari240@gmail.com" userId="fcb20ec8cdca6863" providerId="LiveId" clId="{425C90D8-5002-4380-805B-F1C9D590E373}" dt="2025-08-20T17:22:01.370" v="174"/>
        <pc:sldMkLst>
          <pc:docMk/>
          <pc:sldMk cId="4290983969" sldId="260"/>
        </pc:sldMkLst>
        <pc:spChg chg="mod">
          <ac:chgData name="aryantiwari240@gmail.com" userId="fcb20ec8cdca6863" providerId="LiveId" clId="{425C90D8-5002-4380-805B-F1C9D590E373}" dt="2025-08-20T17:22:01.370" v="174"/>
          <ac:spMkLst>
            <pc:docMk/>
            <pc:sldMk cId="4290983969" sldId="260"/>
            <ac:spMk id="2" creationId="{B40557EE-0EAD-B821-0279-FC9A0C687BE1}"/>
          </ac:spMkLst>
        </pc:spChg>
        <pc:spChg chg="mod">
          <ac:chgData name="aryantiwari240@gmail.com" userId="fcb20ec8cdca6863" providerId="LiveId" clId="{425C90D8-5002-4380-805B-F1C9D590E373}" dt="2025-08-20T17:20:35.105" v="159" actId="14100"/>
          <ac:spMkLst>
            <pc:docMk/>
            <pc:sldMk cId="4290983969" sldId="260"/>
            <ac:spMk id="3" creationId="{0BB93175-3E32-D8C9-E0C3-4464CFCEE9D1}"/>
          </ac:spMkLst>
        </pc:spChg>
        <pc:picChg chg="add mod">
          <ac:chgData name="aryantiwari240@gmail.com" userId="fcb20ec8cdca6863" providerId="LiveId" clId="{425C90D8-5002-4380-805B-F1C9D590E373}" dt="2025-08-20T17:20:46.436" v="164" actId="1076"/>
          <ac:picMkLst>
            <pc:docMk/>
            <pc:sldMk cId="4290983969" sldId="260"/>
            <ac:picMk id="5" creationId="{4160A02C-F16B-DFCD-0CFD-FC57079E61DC}"/>
          </ac:picMkLst>
        </pc:picChg>
      </pc:sldChg>
      <pc:sldChg chg="addSp modSp new mod">
        <pc:chgData name="aryantiwari240@gmail.com" userId="fcb20ec8cdca6863" providerId="LiveId" clId="{425C90D8-5002-4380-805B-F1C9D590E373}" dt="2025-08-20T17:22:01.370" v="174"/>
        <pc:sldMkLst>
          <pc:docMk/>
          <pc:sldMk cId="19180533" sldId="261"/>
        </pc:sldMkLst>
        <pc:spChg chg="mod">
          <ac:chgData name="aryantiwari240@gmail.com" userId="fcb20ec8cdca6863" providerId="LiveId" clId="{425C90D8-5002-4380-805B-F1C9D590E373}" dt="2025-08-20T17:22:01.370" v="174"/>
          <ac:spMkLst>
            <pc:docMk/>
            <pc:sldMk cId="19180533" sldId="261"/>
            <ac:spMk id="2" creationId="{61EB78E9-5CA8-A379-7CCE-37CC9C130EFB}"/>
          </ac:spMkLst>
        </pc:spChg>
        <pc:spChg chg="mod">
          <ac:chgData name="aryantiwari240@gmail.com" userId="fcb20ec8cdca6863" providerId="LiveId" clId="{425C90D8-5002-4380-805B-F1C9D590E373}" dt="2025-08-20T17:22:01.370" v="174"/>
          <ac:spMkLst>
            <pc:docMk/>
            <pc:sldMk cId="19180533" sldId="261"/>
            <ac:spMk id="3" creationId="{7C66756F-228F-B665-A018-8096C6EA62C1}"/>
          </ac:spMkLst>
        </pc:spChg>
        <pc:picChg chg="add mod">
          <ac:chgData name="aryantiwari240@gmail.com" userId="fcb20ec8cdca6863" providerId="LiveId" clId="{425C90D8-5002-4380-805B-F1C9D590E373}" dt="2025-08-20T16:39:34.973" v="86" actId="1076"/>
          <ac:picMkLst>
            <pc:docMk/>
            <pc:sldMk cId="19180533" sldId="261"/>
            <ac:picMk id="5" creationId="{38B94463-652C-58F3-272D-7BEAF329E550}"/>
          </ac:picMkLst>
        </pc:picChg>
      </pc:sldChg>
      <pc:sldChg chg="addSp modSp new mod">
        <pc:chgData name="aryantiwari240@gmail.com" userId="fcb20ec8cdca6863" providerId="LiveId" clId="{425C90D8-5002-4380-805B-F1C9D590E373}" dt="2025-08-20T17:31:43.916" v="180" actId="14100"/>
        <pc:sldMkLst>
          <pc:docMk/>
          <pc:sldMk cId="3421740169" sldId="262"/>
        </pc:sldMkLst>
        <pc:spChg chg="mod">
          <ac:chgData name="aryantiwari240@gmail.com" userId="fcb20ec8cdca6863" providerId="LiveId" clId="{425C90D8-5002-4380-805B-F1C9D590E373}" dt="2025-08-20T17:31:43.916" v="180" actId="14100"/>
          <ac:spMkLst>
            <pc:docMk/>
            <pc:sldMk cId="3421740169" sldId="262"/>
            <ac:spMk id="2" creationId="{25F45294-3FF8-0C54-4662-AA3065E611D3}"/>
          </ac:spMkLst>
        </pc:spChg>
        <pc:spChg chg="mod">
          <ac:chgData name="aryantiwari240@gmail.com" userId="fcb20ec8cdca6863" providerId="LiveId" clId="{425C90D8-5002-4380-805B-F1C9D590E373}" dt="2025-08-20T16:44:24.760" v="105" actId="14100"/>
          <ac:spMkLst>
            <pc:docMk/>
            <pc:sldMk cId="3421740169" sldId="262"/>
            <ac:spMk id="3" creationId="{AAA02E8C-C995-6945-E961-20299AB47BDC}"/>
          </ac:spMkLst>
        </pc:spChg>
        <pc:picChg chg="add mod">
          <ac:chgData name="aryantiwari240@gmail.com" userId="fcb20ec8cdca6863" providerId="LiveId" clId="{425C90D8-5002-4380-805B-F1C9D590E373}" dt="2025-08-20T16:44:19.663" v="104" actId="1076"/>
          <ac:picMkLst>
            <pc:docMk/>
            <pc:sldMk cId="3421740169" sldId="262"/>
            <ac:picMk id="5" creationId="{3793701E-7A02-005F-F169-17B47308333D}"/>
          </ac:picMkLst>
        </pc:picChg>
      </pc:sldChg>
      <pc:sldChg chg="addSp modSp new mod">
        <pc:chgData name="aryantiwari240@gmail.com" userId="fcb20ec8cdca6863" providerId="LiveId" clId="{425C90D8-5002-4380-805B-F1C9D590E373}" dt="2025-08-20T17:22:01.370" v="174"/>
        <pc:sldMkLst>
          <pc:docMk/>
          <pc:sldMk cId="292787766" sldId="263"/>
        </pc:sldMkLst>
        <pc:spChg chg="mod">
          <ac:chgData name="aryantiwari240@gmail.com" userId="fcb20ec8cdca6863" providerId="LiveId" clId="{425C90D8-5002-4380-805B-F1C9D590E373}" dt="2025-08-20T17:22:01.370" v="174"/>
          <ac:spMkLst>
            <pc:docMk/>
            <pc:sldMk cId="292787766" sldId="263"/>
            <ac:spMk id="2" creationId="{8E6A7757-4E35-BB22-BC4A-A9E9CB4A6FC1}"/>
          </ac:spMkLst>
        </pc:spChg>
        <pc:spChg chg="mod">
          <ac:chgData name="aryantiwari240@gmail.com" userId="fcb20ec8cdca6863" providerId="LiveId" clId="{425C90D8-5002-4380-805B-F1C9D590E373}" dt="2025-08-20T17:22:01.370" v="174"/>
          <ac:spMkLst>
            <pc:docMk/>
            <pc:sldMk cId="292787766" sldId="263"/>
            <ac:spMk id="3" creationId="{6A2A355C-E620-7B66-63F7-6C854BA7D0C7}"/>
          </ac:spMkLst>
        </pc:spChg>
        <pc:picChg chg="add mod">
          <ac:chgData name="aryantiwari240@gmail.com" userId="fcb20ec8cdca6863" providerId="LiveId" clId="{425C90D8-5002-4380-805B-F1C9D590E373}" dt="2025-08-20T16:48:42.045" v="114" actId="1076"/>
          <ac:picMkLst>
            <pc:docMk/>
            <pc:sldMk cId="292787766" sldId="263"/>
            <ac:picMk id="5" creationId="{2E46B1EB-3E7A-F07C-D6B9-C126DE2D1261}"/>
          </ac:picMkLst>
        </pc:picChg>
      </pc:sldChg>
      <pc:sldChg chg="addSp modSp new mod">
        <pc:chgData name="aryantiwari240@gmail.com" userId="fcb20ec8cdca6863" providerId="LiveId" clId="{425C90D8-5002-4380-805B-F1C9D590E373}" dt="2025-08-20T17:22:01.370" v="174"/>
        <pc:sldMkLst>
          <pc:docMk/>
          <pc:sldMk cId="748737209" sldId="264"/>
        </pc:sldMkLst>
        <pc:spChg chg="mod">
          <ac:chgData name="aryantiwari240@gmail.com" userId="fcb20ec8cdca6863" providerId="LiveId" clId="{425C90D8-5002-4380-805B-F1C9D590E373}" dt="2025-08-20T17:22:01.370" v="174"/>
          <ac:spMkLst>
            <pc:docMk/>
            <pc:sldMk cId="748737209" sldId="264"/>
            <ac:spMk id="2" creationId="{7C87510A-77DD-16A3-04F0-B2DB095EEA32}"/>
          </ac:spMkLst>
        </pc:spChg>
        <pc:spChg chg="mod">
          <ac:chgData name="aryantiwari240@gmail.com" userId="fcb20ec8cdca6863" providerId="LiveId" clId="{425C90D8-5002-4380-805B-F1C9D590E373}" dt="2025-08-20T17:22:01.370" v="174"/>
          <ac:spMkLst>
            <pc:docMk/>
            <pc:sldMk cId="748737209" sldId="264"/>
            <ac:spMk id="3" creationId="{F4348C6B-CF4C-BD6F-98F8-A81A2CDD39CE}"/>
          </ac:spMkLst>
        </pc:spChg>
        <pc:picChg chg="add mod">
          <ac:chgData name="aryantiwari240@gmail.com" userId="fcb20ec8cdca6863" providerId="LiveId" clId="{425C90D8-5002-4380-805B-F1C9D590E373}" dt="2025-08-20T16:50:50.980" v="121" actId="1076"/>
          <ac:picMkLst>
            <pc:docMk/>
            <pc:sldMk cId="748737209" sldId="264"/>
            <ac:picMk id="5" creationId="{E887296D-DFD7-7A6F-0B05-94FA80BDC2E3}"/>
          </ac:picMkLst>
        </pc:picChg>
      </pc:sldChg>
      <pc:sldChg chg="addSp modSp new mod">
        <pc:chgData name="aryantiwari240@gmail.com" userId="fcb20ec8cdca6863" providerId="LiveId" clId="{425C90D8-5002-4380-805B-F1C9D590E373}" dt="2025-08-20T17:22:01.370" v="174"/>
        <pc:sldMkLst>
          <pc:docMk/>
          <pc:sldMk cId="3459384072" sldId="265"/>
        </pc:sldMkLst>
        <pc:spChg chg="mod">
          <ac:chgData name="aryantiwari240@gmail.com" userId="fcb20ec8cdca6863" providerId="LiveId" clId="{425C90D8-5002-4380-805B-F1C9D590E373}" dt="2025-08-20T17:22:01.370" v="174"/>
          <ac:spMkLst>
            <pc:docMk/>
            <pc:sldMk cId="3459384072" sldId="265"/>
            <ac:spMk id="2" creationId="{0CA0DC63-824A-CA3A-8F9D-9FF062FBDE35}"/>
          </ac:spMkLst>
        </pc:spChg>
        <pc:spChg chg="mod">
          <ac:chgData name="aryantiwari240@gmail.com" userId="fcb20ec8cdca6863" providerId="LiveId" clId="{425C90D8-5002-4380-805B-F1C9D590E373}" dt="2025-08-20T17:22:01.370" v="174"/>
          <ac:spMkLst>
            <pc:docMk/>
            <pc:sldMk cId="3459384072" sldId="265"/>
            <ac:spMk id="3" creationId="{1A45F5EC-748F-3751-13A3-3BA49F82DB7C}"/>
          </ac:spMkLst>
        </pc:spChg>
        <pc:picChg chg="add mod">
          <ac:chgData name="aryantiwari240@gmail.com" userId="fcb20ec8cdca6863" providerId="LiveId" clId="{425C90D8-5002-4380-805B-F1C9D590E373}" dt="2025-08-20T16:53:36.277" v="127" actId="14100"/>
          <ac:picMkLst>
            <pc:docMk/>
            <pc:sldMk cId="3459384072" sldId="265"/>
            <ac:picMk id="5" creationId="{76451F26-2CC2-5295-66FA-2CB6D8F952B8}"/>
          </ac:picMkLst>
        </pc:picChg>
      </pc:sldChg>
      <pc:sldChg chg="addSp modSp new mod">
        <pc:chgData name="aryantiwari240@gmail.com" userId="fcb20ec8cdca6863" providerId="LiveId" clId="{425C90D8-5002-4380-805B-F1C9D590E373}" dt="2025-08-20T17:22:01.370" v="174"/>
        <pc:sldMkLst>
          <pc:docMk/>
          <pc:sldMk cId="1482406418" sldId="266"/>
        </pc:sldMkLst>
        <pc:spChg chg="mod">
          <ac:chgData name="aryantiwari240@gmail.com" userId="fcb20ec8cdca6863" providerId="LiveId" clId="{425C90D8-5002-4380-805B-F1C9D590E373}" dt="2025-08-20T17:22:01.370" v="174"/>
          <ac:spMkLst>
            <pc:docMk/>
            <pc:sldMk cId="1482406418" sldId="266"/>
            <ac:spMk id="2" creationId="{866C2559-C7C3-572C-0FF0-8E2E5E2A9AC0}"/>
          </ac:spMkLst>
        </pc:spChg>
        <pc:spChg chg="mod">
          <ac:chgData name="aryantiwari240@gmail.com" userId="fcb20ec8cdca6863" providerId="LiveId" clId="{425C90D8-5002-4380-805B-F1C9D590E373}" dt="2025-08-20T17:22:01.370" v="174"/>
          <ac:spMkLst>
            <pc:docMk/>
            <pc:sldMk cId="1482406418" sldId="266"/>
            <ac:spMk id="3" creationId="{2C988EF9-9169-9C0A-0DD6-9E31E2609507}"/>
          </ac:spMkLst>
        </pc:spChg>
        <pc:picChg chg="add mod">
          <ac:chgData name="aryantiwari240@gmail.com" userId="fcb20ec8cdca6863" providerId="LiveId" clId="{425C90D8-5002-4380-805B-F1C9D590E373}" dt="2025-08-20T17:14:53.715" v="136" actId="1076"/>
          <ac:picMkLst>
            <pc:docMk/>
            <pc:sldMk cId="1482406418" sldId="266"/>
            <ac:picMk id="5" creationId="{019D9DDF-F259-7791-DE37-88C012EF8737}"/>
          </ac:picMkLst>
        </pc:picChg>
      </pc:sldChg>
      <pc:sldChg chg="modSp new mod">
        <pc:chgData name="aryantiwari240@gmail.com" userId="fcb20ec8cdca6863" providerId="LiveId" clId="{425C90D8-5002-4380-805B-F1C9D590E373}" dt="2025-08-20T17:55:57.754" v="200" actId="14100"/>
        <pc:sldMkLst>
          <pc:docMk/>
          <pc:sldMk cId="2757159862" sldId="267"/>
        </pc:sldMkLst>
        <pc:spChg chg="mod">
          <ac:chgData name="aryantiwari240@gmail.com" userId="fcb20ec8cdca6863" providerId="LiveId" clId="{425C90D8-5002-4380-805B-F1C9D590E373}" dt="2025-08-20T17:55:07.749" v="193" actId="20577"/>
          <ac:spMkLst>
            <pc:docMk/>
            <pc:sldMk cId="2757159862" sldId="267"/>
            <ac:spMk id="2" creationId="{448EC570-49C7-7CEB-42CF-FF7E14076979}"/>
          </ac:spMkLst>
        </pc:spChg>
        <pc:spChg chg="mod">
          <ac:chgData name="aryantiwari240@gmail.com" userId="fcb20ec8cdca6863" providerId="LiveId" clId="{425C90D8-5002-4380-805B-F1C9D590E373}" dt="2025-08-20T17:55:57.754" v="200" actId="14100"/>
          <ac:spMkLst>
            <pc:docMk/>
            <pc:sldMk cId="2757159862" sldId="267"/>
            <ac:spMk id="3" creationId="{DF9953AF-24DF-803C-F6C7-C438283617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5B0CD-9B3A-4266-8058-3A61EF7C8939}" type="datetimeFigureOut">
              <a:rPr lang="en-IN" smtClean="0"/>
              <a:t>20-08-2025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F0AA00-E1B3-40A7-8A53-EBE3EAB83859}" type="slidenum">
              <a:rPr lang="en-IN" smtClean="0"/>
              <a:t>‹#›</a:t>
            </a:fld>
            <a:endParaRPr lang="en-IN"/>
          </a:p>
        </p:txBody>
      </p:sp>
    </p:spTree>
    <p:extLst>
      <p:ext uri="{BB962C8B-B14F-4D97-AF65-F5344CB8AC3E}">
        <p14:creationId xmlns:p14="http://schemas.microsoft.com/office/powerpoint/2010/main" val="894486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1D255-CD7A-282A-7F69-86F3CCCD48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A1BFD5-E79C-E4B0-0A87-C5D3459D1C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71DF26-0E11-F11D-A9DE-0D624DC62826}"/>
              </a:ext>
            </a:extLst>
          </p:cNvPr>
          <p:cNvSpPr>
            <a:spLocks noGrp="1"/>
          </p:cNvSpPr>
          <p:nvPr>
            <p:ph type="dt" sz="half" idx="10"/>
          </p:nvPr>
        </p:nvSpPr>
        <p:spPr/>
        <p:txBody>
          <a:bodyPr/>
          <a:lstStyle/>
          <a:p>
            <a:fld id="{2EA10361-2F80-4136-B3BE-9194CF96F43B}" type="datetime1">
              <a:rPr lang="en-IN" smtClean="0"/>
              <a:t>20-08-2025</a:t>
            </a:fld>
            <a:endParaRPr lang="en-IN"/>
          </a:p>
        </p:txBody>
      </p:sp>
      <p:sp>
        <p:nvSpPr>
          <p:cNvPr id="5" name="Footer Placeholder 4">
            <a:extLst>
              <a:ext uri="{FF2B5EF4-FFF2-40B4-BE49-F238E27FC236}">
                <a16:creationId xmlns:a16="http://schemas.microsoft.com/office/drawing/2014/main" id="{CCAE0D2A-286C-2598-EFC0-AB338E66A9A8}"/>
              </a:ext>
            </a:extLst>
          </p:cNvPr>
          <p:cNvSpPr>
            <a:spLocks noGrp="1"/>
          </p:cNvSpPr>
          <p:nvPr>
            <p:ph type="ftr" sz="quarter" idx="11"/>
          </p:nvPr>
        </p:nvSpPr>
        <p:spPr/>
        <p:txBody>
          <a:bodyPr/>
          <a:lstStyle/>
          <a:p>
            <a:r>
              <a:rPr lang="en-IN"/>
              <a:t>By: Aryan Tiwari</a:t>
            </a:r>
          </a:p>
        </p:txBody>
      </p:sp>
      <p:sp>
        <p:nvSpPr>
          <p:cNvPr id="6" name="Slide Number Placeholder 5">
            <a:extLst>
              <a:ext uri="{FF2B5EF4-FFF2-40B4-BE49-F238E27FC236}">
                <a16:creationId xmlns:a16="http://schemas.microsoft.com/office/drawing/2014/main" id="{473BBFCB-E3A3-10E1-E67F-C6E78ADE5CBA}"/>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2763493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A2FA-37EC-FC3C-12FF-C7800DFDF4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0954E8-F876-DD9B-2377-9CA0A31C6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EDAFE5-B0CF-966C-25F1-AAB3D7F7033F}"/>
              </a:ext>
            </a:extLst>
          </p:cNvPr>
          <p:cNvSpPr>
            <a:spLocks noGrp="1"/>
          </p:cNvSpPr>
          <p:nvPr>
            <p:ph type="dt" sz="half" idx="10"/>
          </p:nvPr>
        </p:nvSpPr>
        <p:spPr/>
        <p:txBody>
          <a:bodyPr/>
          <a:lstStyle/>
          <a:p>
            <a:fld id="{233B8B72-1EA8-499F-8A7B-87CB984A9643}" type="datetime1">
              <a:rPr lang="en-IN" smtClean="0"/>
              <a:t>20-08-2025</a:t>
            </a:fld>
            <a:endParaRPr lang="en-IN"/>
          </a:p>
        </p:txBody>
      </p:sp>
      <p:sp>
        <p:nvSpPr>
          <p:cNvPr id="5" name="Footer Placeholder 4">
            <a:extLst>
              <a:ext uri="{FF2B5EF4-FFF2-40B4-BE49-F238E27FC236}">
                <a16:creationId xmlns:a16="http://schemas.microsoft.com/office/drawing/2014/main" id="{9EA87B84-B8D0-C4F7-957E-23B84E8C5162}"/>
              </a:ext>
            </a:extLst>
          </p:cNvPr>
          <p:cNvSpPr>
            <a:spLocks noGrp="1"/>
          </p:cNvSpPr>
          <p:nvPr>
            <p:ph type="ftr" sz="quarter" idx="11"/>
          </p:nvPr>
        </p:nvSpPr>
        <p:spPr/>
        <p:txBody>
          <a:bodyPr/>
          <a:lstStyle/>
          <a:p>
            <a:r>
              <a:rPr lang="en-IN"/>
              <a:t>By: Aryan Tiwari</a:t>
            </a:r>
          </a:p>
        </p:txBody>
      </p:sp>
      <p:sp>
        <p:nvSpPr>
          <p:cNvPr id="6" name="Slide Number Placeholder 5">
            <a:extLst>
              <a:ext uri="{FF2B5EF4-FFF2-40B4-BE49-F238E27FC236}">
                <a16:creationId xmlns:a16="http://schemas.microsoft.com/office/drawing/2014/main" id="{B5C10296-41B3-3EA0-2060-F4ADE39B5E77}"/>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3940032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2904-B3BF-C935-1059-C642AE553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5F1C50-5EEF-16F1-29A3-BB52DCD973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D8E9D4-7AD9-7C0E-B97F-8A366CE5C247}"/>
              </a:ext>
            </a:extLst>
          </p:cNvPr>
          <p:cNvSpPr>
            <a:spLocks noGrp="1"/>
          </p:cNvSpPr>
          <p:nvPr>
            <p:ph type="dt" sz="half" idx="10"/>
          </p:nvPr>
        </p:nvSpPr>
        <p:spPr/>
        <p:txBody>
          <a:bodyPr/>
          <a:lstStyle/>
          <a:p>
            <a:fld id="{2D1D3DF4-3646-4FD7-98F8-D7840E7B3D93}" type="datetime1">
              <a:rPr lang="en-IN" smtClean="0"/>
              <a:t>20-08-2025</a:t>
            </a:fld>
            <a:endParaRPr lang="en-IN"/>
          </a:p>
        </p:txBody>
      </p:sp>
      <p:sp>
        <p:nvSpPr>
          <p:cNvPr id="5" name="Footer Placeholder 4">
            <a:extLst>
              <a:ext uri="{FF2B5EF4-FFF2-40B4-BE49-F238E27FC236}">
                <a16:creationId xmlns:a16="http://schemas.microsoft.com/office/drawing/2014/main" id="{B448CD11-AAEE-CEBD-0B92-48C08D57AE04}"/>
              </a:ext>
            </a:extLst>
          </p:cNvPr>
          <p:cNvSpPr>
            <a:spLocks noGrp="1"/>
          </p:cNvSpPr>
          <p:nvPr>
            <p:ph type="ftr" sz="quarter" idx="11"/>
          </p:nvPr>
        </p:nvSpPr>
        <p:spPr/>
        <p:txBody>
          <a:bodyPr/>
          <a:lstStyle/>
          <a:p>
            <a:r>
              <a:rPr lang="en-IN"/>
              <a:t>By: Aryan Tiwari</a:t>
            </a:r>
          </a:p>
        </p:txBody>
      </p:sp>
      <p:sp>
        <p:nvSpPr>
          <p:cNvPr id="6" name="Slide Number Placeholder 5">
            <a:extLst>
              <a:ext uri="{FF2B5EF4-FFF2-40B4-BE49-F238E27FC236}">
                <a16:creationId xmlns:a16="http://schemas.microsoft.com/office/drawing/2014/main" id="{371C1ECF-8A7A-067F-B3C7-23621B1C2698}"/>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88496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E969C-A673-16AE-5AEB-406B9D3A7D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4A6BF6-8D80-6154-7581-3F14FE1456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84DB12-6AEB-1453-9AA2-BBD04B4D51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EDB877-70C4-6F30-6530-4C2DF0B6403E}"/>
              </a:ext>
            </a:extLst>
          </p:cNvPr>
          <p:cNvSpPr>
            <a:spLocks noGrp="1"/>
          </p:cNvSpPr>
          <p:nvPr>
            <p:ph type="dt" sz="half" idx="10"/>
          </p:nvPr>
        </p:nvSpPr>
        <p:spPr/>
        <p:txBody>
          <a:bodyPr/>
          <a:lstStyle/>
          <a:p>
            <a:fld id="{7A3F639E-89E3-4C5C-81A6-5B2048BD3982}" type="datetime1">
              <a:rPr lang="en-IN" smtClean="0"/>
              <a:t>20-08-2025</a:t>
            </a:fld>
            <a:endParaRPr lang="en-IN"/>
          </a:p>
        </p:txBody>
      </p:sp>
      <p:sp>
        <p:nvSpPr>
          <p:cNvPr id="6" name="Footer Placeholder 5">
            <a:extLst>
              <a:ext uri="{FF2B5EF4-FFF2-40B4-BE49-F238E27FC236}">
                <a16:creationId xmlns:a16="http://schemas.microsoft.com/office/drawing/2014/main" id="{C162A199-2C9B-1253-8A04-C5BDC19731A7}"/>
              </a:ext>
            </a:extLst>
          </p:cNvPr>
          <p:cNvSpPr>
            <a:spLocks noGrp="1"/>
          </p:cNvSpPr>
          <p:nvPr>
            <p:ph type="ftr" sz="quarter" idx="11"/>
          </p:nvPr>
        </p:nvSpPr>
        <p:spPr/>
        <p:txBody>
          <a:bodyPr/>
          <a:lstStyle/>
          <a:p>
            <a:r>
              <a:rPr lang="en-IN"/>
              <a:t>By: Aryan Tiwari</a:t>
            </a:r>
          </a:p>
        </p:txBody>
      </p:sp>
      <p:sp>
        <p:nvSpPr>
          <p:cNvPr id="7" name="Slide Number Placeholder 6">
            <a:extLst>
              <a:ext uri="{FF2B5EF4-FFF2-40B4-BE49-F238E27FC236}">
                <a16:creationId xmlns:a16="http://schemas.microsoft.com/office/drawing/2014/main" id="{FE07B470-7BB1-26C0-88E2-9C303A171B6E}"/>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2459904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6009E-7BAF-5581-4CD7-B4F3D69CD3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365E4-F3B7-9525-76C1-CE819DF088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7EBE63-5631-7D24-9F7B-878D1427F9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856D13-18F6-3D4E-8C3B-BBAE63B91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619071-8CB6-0A7E-1BBD-EB19C170CC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D1F838-F9A5-D12E-FC0E-EDF0751D8ED0}"/>
              </a:ext>
            </a:extLst>
          </p:cNvPr>
          <p:cNvSpPr>
            <a:spLocks noGrp="1"/>
          </p:cNvSpPr>
          <p:nvPr>
            <p:ph type="dt" sz="half" idx="10"/>
          </p:nvPr>
        </p:nvSpPr>
        <p:spPr/>
        <p:txBody>
          <a:bodyPr/>
          <a:lstStyle/>
          <a:p>
            <a:fld id="{BC32426F-69B6-4A58-BB3C-E28742CC9CDB}" type="datetime1">
              <a:rPr lang="en-IN" smtClean="0"/>
              <a:t>20-08-2025</a:t>
            </a:fld>
            <a:endParaRPr lang="en-IN"/>
          </a:p>
        </p:txBody>
      </p:sp>
      <p:sp>
        <p:nvSpPr>
          <p:cNvPr id="8" name="Footer Placeholder 7">
            <a:extLst>
              <a:ext uri="{FF2B5EF4-FFF2-40B4-BE49-F238E27FC236}">
                <a16:creationId xmlns:a16="http://schemas.microsoft.com/office/drawing/2014/main" id="{6F5478A4-4A1D-635F-FEC8-BF83E60FCA44}"/>
              </a:ext>
            </a:extLst>
          </p:cNvPr>
          <p:cNvSpPr>
            <a:spLocks noGrp="1"/>
          </p:cNvSpPr>
          <p:nvPr>
            <p:ph type="ftr" sz="quarter" idx="11"/>
          </p:nvPr>
        </p:nvSpPr>
        <p:spPr/>
        <p:txBody>
          <a:bodyPr/>
          <a:lstStyle/>
          <a:p>
            <a:r>
              <a:rPr lang="en-IN"/>
              <a:t>By: Aryan Tiwari</a:t>
            </a:r>
          </a:p>
        </p:txBody>
      </p:sp>
      <p:sp>
        <p:nvSpPr>
          <p:cNvPr id="9" name="Slide Number Placeholder 8">
            <a:extLst>
              <a:ext uri="{FF2B5EF4-FFF2-40B4-BE49-F238E27FC236}">
                <a16:creationId xmlns:a16="http://schemas.microsoft.com/office/drawing/2014/main" id="{535F4EA7-E23F-1870-089A-132D03B624CF}"/>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17202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D4B25-3424-8D2A-B64E-A83B14DAC29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CE1009-91C7-3BFA-7C66-792982ADDD69}"/>
              </a:ext>
            </a:extLst>
          </p:cNvPr>
          <p:cNvSpPr>
            <a:spLocks noGrp="1"/>
          </p:cNvSpPr>
          <p:nvPr>
            <p:ph type="dt" sz="half" idx="10"/>
          </p:nvPr>
        </p:nvSpPr>
        <p:spPr/>
        <p:txBody>
          <a:bodyPr/>
          <a:lstStyle/>
          <a:p>
            <a:fld id="{D0557657-74E2-460B-AF1F-2F3C4098A493}" type="datetime1">
              <a:rPr lang="en-IN" smtClean="0"/>
              <a:t>20-08-2025</a:t>
            </a:fld>
            <a:endParaRPr lang="en-IN"/>
          </a:p>
        </p:txBody>
      </p:sp>
      <p:sp>
        <p:nvSpPr>
          <p:cNvPr id="4" name="Footer Placeholder 3">
            <a:extLst>
              <a:ext uri="{FF2B5EF4-FFF2-40B4-BE49-F238E27FC236}">
                <a16:creationId xmlns:a16="http://schemas.microsoft.com/office/drawing/2014/main" id="{4F5787C6-0772-AEC8-D95A-9D19AADC6D35}"/>
              </a:ext>
            </a:extLst>
          </p:cNvPr>
          <p:cNvSpPr>
            <a:spLocks noGrp="1"/>
          </p:cNvSpPr>
          <p:nvPr>
            <p:ph type="ftr" sz="quarter" idx="11"/>
          </p:nvPr>
        </p:nvSpPr>
        <p:spPr/>
        <p:txBody>
          <a:bodyPr/>
          <a:lstStyle/>
          <a:p>
            <a:r>
              <a:rPr lang="en-IN"/>
              <a:t>By: Aryan Tiwari</a:t>
            </a:r>
          </a:p>
        </p:txBody>
      </p:sp>
      <p:sp>
        <p:nvSpPr>
          <p:cNvPr id="5" name="Slide Number Placeholder 4">
            <a:extLst>
              <a:ext uri="{FF2B5EF4-FFF2-40B4-BE49-F238E27FC236}">
                <a16:creationId xmlns:a16="http://schemas.microsoft.com/office/drawing/2014/main" id="{2C41E9DF-EFD4-17C3-9523-62524DB4D950}"/>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2356013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14E8F1-60F7-EF6B-21C3-A72F8D4DC9BF}"/>
              </a:ext>
            </a:extLst>
          </p:cNvPr>
          <p:cNvSpPr>
            <a:spLocks noGrp="1"/>
          </p:cNvSpPr>
          <p:nvPr>
            <p:ph type="dt" sz="half" idx="10"/>
          </p:nvPr>
        </p:nvSpPr>
        <p:spPr/>
        <p:txBody>
          <a:bodyPr/>
          <a:lstStyle/>
          <a:p>
            <a:fld id="{35C6F69C-EC9A-40ED-B33E-42DF8356B3FB}" type="datetime1">
              <a:rPr lang="en-IN" smtClean="0"/>
              <a:t>20-08-2025</a:t>
            </a:fld>
            <a:endParaRPr lang="en-IN"/>
          </a:p>
        </p:txBody>
      </p:sp>
      <p:sp>
        <p:nvSpPr>
          <p:cNvPr id="3" name="Footer Placeholder 2">
            <a:extLst>
              <a:ext uri="{FF2B5EF4-FFF2-40B4-BE49-F238E27FC236}">
                <a16:creationId xmlns:a16="http://schemas.microsoft.com/office/drawing/2014/main" id="{1CDB97C6-4940-1FBD-AFB4-DFFD5D6BAD36}"/>
              </a:ext>
            </a:extLst>
          </p:cNvPr>
          <p:cNvSpPr>
            <a:spLocks noGrp="1"/>
          </p:cNvSpPr>
          <p:nvPr>
            <p:ph type="ftr" sz="quarter" idx="11"/>
          </p:nvPr>
        </p:nvSpPr>
        <p:spPr/>
        <p:txBody>
          <a:bodyPr/>
          <a:lstStyle/>
          <a:p>
            <a:r>
              <a:rPr lang="en-IN"/>
              <a:t>By: Aryan Tiwari</a:t>
            </a:r>
          </a:p>
        </p:txBody>
      </p:sp>
      <p:sp>
        <p:nvSpPr>
          <p:cNvPr id="4" name="Slide Number Placeholder 3">
            <a:extLst>
              <a:ext uri="{FF2B5EF4-FFF2-40B4-BE49-F238E27FC236}">
                <a16:creationId xmlns:a16="http://schemas.microsoft.com/office/drawing/2014/main" id="{BC653B6F-19C0-3E9C-77F9-4CAFE504E68D}"/>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88668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0CA7-8983-A87A-2734-756D2FDC49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14C8FB-077F-42AE-7422-10D126631A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86B0C3-3CF6-D4E3-BE41-43A032D5A7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DB97F8-BD25-AF22-30D0-C901833CC360}"/>
              </a:ext>
            </a:extLst>
          </p:cNvPr>
          <p:cNvSpPr>
            <a:spLocks noGrp="1"/>
          </p:cNvSpPr>
          <p:nvPr>
            <p:ph type="dt" sz="half" idx="10"/>
          </p:nvPr>
        </p:nvSpPr>
        <p:spPr/>
        <p:txBody>
          <a:bodyPr/>
          <a:lstStyle/>
          <a:p>
            <a:fld id="{4C966337-5B0F-4495-BF18-9198A624343B}" type="datetime1">
              <a:rPr lang="en-IN" smtClean="0"/>
              <a:t>20-08-2025</a:t>
            </a:fld>
            <a:endParaRPr lang="en-IN"/>
          </a:p>
        </p:txBody>
      </p:sp>
      <p:sp>
        <p:nvSpPr>
          <p:cNvPr id="6" name="Footer Placeholder 5">
            <a:extLst>
              <a:ext uri="{FF2B5EF4-FFF2-40B4-BE49-F238E27FC236}">
                <a16:creationId xmlns:a16="http://schemas.microsoft.com/office/drawing/2014/main" id="{1EFE7676-C977-9E18-9184-162544996D64}"/>
              </a:ext>
            </a:extLst>
          </p:cNvPr>
          <p:cNvSpPr>
            <a:spLocks noGrp="1"/>
          </p:cNvSpPr>
          <p:nvPr>
            <p:ph type="ftr" sz="quarter" idx="11"/>
          </p:nvPr>
        </p:nvSpPr>
        <p:spPr/>
        <p:txBody>
          <a:bodyPr/>
          <a:lstStyle/>
          <a:p>
            <a:r>
              <a:rPr lang="en-IN"/>
              <a:t>By: Aryan Tiwari</a:t>
            </a:r>
          </a:p>
        </p:txBody>
      </p:sp>
      <p:sp>
        <p:nvSpPr>
          <p:cNvPr id="7" name="Slide Number Placeholder 6">
            <a:extLst>
              <a:ext uri="{FF2B5EF4-FFF2-40B4-BE49-F238E27FC236}">
                <a16:creationId xmlns:a16="http://schemas.microsoft.com/office/drawing/2014/main" id="{EA8DDBBE-4A28-A31F-902D-BB84CAF06AD2}"/>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2629485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A987-1077-57C0-A928-DEBB2E500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CDD5EA-D2D6-9F75-C8F0-C9FF26F348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B16A82-0652-C74F-2AC8-91A2154F9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18D137-14A7-0BE4-DF68-2DC6F9110A97}"/>
              </a:ext>
            </a:extLst>
          </p:cNvPr>
          <p:cNvSpPr>
            <a:spLocks noGrp="1"/>
          </p:cNvSpPr>
          <p:nvPr>
            <p:ph type="dt" sz="half" idx="10"/>
          </p:nvPr>
        </p:nvSpPr>
        <p:spPr/>
        <p:txBody>
          <a:bodyPr/>
          <a:lstStyle/>
          <a:p>
            <a:fld id="{F278F763-192A-464A-84D1-2669EC38E88A}" type="datetime1">
              <a:rPr lang="en-IN" smtClean="0"/>
              <a:t>20-08-2025</a:t>
            </a:fld>
            <a:endParaRPr lang="en-IN"/>
          </a:p>
        </p:txBody>
      </p:sp>
      <p:sp>
        <p:nvSpPr>
          <p:cNvPr id="6" name="Footer Placeholder 5">
            <a:extLst>
              <a:ext uri="{FF2B5EF4-FFF2-40B4-BE49-F238E27FC236}">
                <a16:creationId xmlns:a16="http://schemas.microsoft.com/office/drawing/2014/main" id="{07EB245C-41DB-4430-AE35-838D768C872A}"/>
              </a:ext>
            </a:extLst>
          </p:cNvPr>
          <p:cNvSpPr>
            <a:spLocks noGrp="1"/>
          </p:cNvSpPr>
          <p:nvPr>
            <p:ph type="ftr" sz="quarter" idx="11"/>
          </p:nvPr>
        </p:nvSpPr>
        <p:spPr/>
        <p:txBody>
          <a:bodyPr/>
          <a:lstStyle/>
          <a:p>
            <a:r>
              <a:rPr lang="en-IN"/>
              <a:t>By: Aryan Tiwari</a:t>
            </a:r>
          </a:p>
        </p:txBody>
      </p:sp>
      <p:sp>
        <p:nvSpPr>
          <p:cNvPr id="7" name="Slide Number Placeholder 6">
            <a:extLst>
              <a:ext uri="{FF2B5EF4-FFF2-40B4-BE49-F238E27FC236}">
                <a16:creationId xmlns:a16="http://schemas.microsoft.com/office/drawing/2014/main" id="{F68C466C-3EC6-3FCD-4E1D-C3347DBAC67C}"/>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3730432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37622-3A91-E21F-1CE3-39B16D3B3F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22D15-D6B2-519D-FE85-03E14CAD6B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075F18-93F2-26FF-BF64-A5FF5FD469A0}"/>
              </a:ext>
            </a:extLst>
          </p:cNvPr>
          <p:cNvSpPr>
            <a:spLocks noGrp="1"/>
          </p:cNvSpPr>
          <p:nvPr>
            <p:ph type="dt" sz="half" idx="10"/>
          </p:nvPr>
        </p:nvSpPr>
        <p:spPr/>
        <p:txBody>
          <a:bodyPr/>
          <a:lstStyle/>
          <a:p>
            <a:fld id="{9B684895-CDCB-4478-9362-D77A932D3FD2}" type="datetime1">
              <a:rPr lang="en-IN" smtClean="0"/>
              <a:t>20-08-2025</a:t>
            </a:fld>
            <a:endParaRPr lang="en-IN"/>
          </a:p>
        </p:txBody>
      </p:sp>
      <p:sp>
        <p:nvSpPr>
          <p:cNvPr id="5" name="Footer Placeholder 4">
            <a:extLst>
              <a:ext uri="{FF2B5EF4-FFF2-40B4-BE49-F238E27FC236}">
                <a16:creationId xmlns:a16="http://schemas.microsoft.com/office/drawing/2014/main" id="{F417E3A4-B2EA-C74E-5835-46C38291144D}"/>
              </a:ext>
            </a:extLst>
          </p:cNvPr>
          <p:cNvSpPr>
            <a:spLocks noGrp="1"/>
          </p:cNvSpPr>
          <p:nvPr>
            <p:ph type="ftr" sz="quarter" idx="11"/>
          </p:nvPr>
        </p:nvSpPr>
        <p:spPr/>
        <p:txBody>
          <a:bodyPr/>
          <a:lstStyle/>
          <a:p>
            <a:r>
              <a:rPr lang="en-IN"/>
              <a:t>By: Aryan Tiwari</a:t>
            </a:r>
          </a:p>
        </p:txBody>
      </p:sp>
      <p:sp>
        <p:nvSpPr>
          <p:cNvPr id="6" name="Slide Number Placeholder 5">
            <a:extLst>
              <a:ext uri="{FF2B5EF4-FFF2-40B4-BE49-F238E27FC236}">
                <a16:creationId xmlns:a16="http://schemas.microsoft.com/office/drawing/2014/main" id="{B732708A-397F-2DC8-DD70-CE540848B458}"/>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4075858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4F9EAF-398F-CB5E-0407-50BE7573EC7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6CAFE8-49D7-1FD1-D4BC-9599CD7C38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FA649-2DAC-3659-9112-9BBF22184E21}"/>
              </a:ext>
            </a:extLst>
          </p:cNvPr>
          <p:cNvSpPr>
            <a:spLocks noGrp="1"/>
          </p:cNvSpPr>
          <p:nvPr>
            <p:ph type="dt" sz="half" idx="10"/>
          </p:nvPr>
        </p:nvSpPr>
        <p:spPr/>
        <p:txBody>
          <a:bodyPr/>
          <a:lstStyle/>
          <a:p>
            <a:fld id="{43591EB2-4C72-4171-826C-78601E6B376D}" type="datetime1">
              <a:rPr lang="en-IN" smtClean="0"/>
              <a:t>20-08-2025</a:t>
            </a:fld>
            <a:endParaRPr lang="en-IN"/>
          </a:p>
        </p:txBody>
      </p:sp>
      <p:sp>
        <p:nvSpPr>
          <p:cNvPr id="5" name="Footer Placeholder 4">
            <a:extLst>
              <a:ext uri="{FF2B5EF4-FFF2-40B4-BE49-F238E27FC236}">
                <a16:creationId xmlns:a16="http://schemas.microsoft.com/office/drawing/2014/main" id="{519BA3EB-27CD-0F2F-D45B-C64C23AAB70D}"/>
              </a:ext>
            </a:extLst>
          </p:cNvPr>
          <p:cNvSpPr>
            <a:spLocks noGrp="1"/>
          </p:cNvSpPr>
          <p:nvPr>
            <p:ph type="ftr" sz="quarter" idx="11"/>
          </p:nvPr>
        </p:nvSpPr>
        <p:spPr/>
        <p:txBody>
          <a:bodyPr/>
          <a:lstStyle/>
          <a:p>
            <a:r>
              <a:rPr lang="en-IN"/>
              <a:t>By: Aryan Tiwari</a:t>
            </a:r>
          </a:p>
        </p:txBody>
      </p:sp>
      <p:sp>
        <p:nvSpPr>
          <p:cNvPr id="6" name="Slide Number Placeholder 5">
            <a:extLst>
              <a:ext uri="{FF2B5EF4-FFF2-40B4-BE49-F238E27FC236}">
                <a16:creationId xmlns:a16="http://schemas.microsoft.com/office/drawing/2014/main" id="{C73EBC49-BE0D-B0DF-FDC3-FB59C789DA66}"/>
              </a:ext>
            </a:extLst>
          </p:cNvPr>
          <p:cNvSpPr>
            <a:spLocks noGrp="1"/>
          </p:cNvSpPr>
          <p:nvPr>
            <p:ph type="sldNum" sz="quarter" idx="12"/>
          </p:nvPr>
        </p:nvSpPr>
        <p:spPr/>
        <p:txBody>
          <a:bodyPr/>
          <a:lstStyle/>
          <a:p>
            <a:fld id="{6407A058-07A7-437C-9BA5-0E05D9838AE6}" type="slidenum">
              <a:rPr lang="en-IN" smtClean="0"/>
              <a:t>‹#›</a:t>
            </a:fld>
            <a:endParaRPr lang="en-IN"/>
          </a:p>
        </p:txBody>
      </p:sp>
    </p:spTree>
    <p:extLst>
      <p:ext uri="{BB962C8B-B14F-4D97-AF65-F5344CB8AC3E}">
        <p14:creationId xmlns:p14="http://schemas.microsoft.com/office/powerpoint/2010/main" val="291489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D99836-1CC9-0674-56ED-597E9DFB47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8B68BE-9583-701A-33A7-9807DF146A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F3E252-CE3E-AB95-AA89-B36B3A72B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030646-B7E7-4D44-96A6-C96A4CC1214B}" type="datetime1">
              <a:rPr lang="en-IN" smtClean="0"/>
              <a:t>20-08-2025</a:t>
            </a:fld>
            <a:endParaRPr lang="en-IN"/>
          </a:p>
        </p:txBody>
      </p:sp>
      <p:sp>
        <p:nvSpPr>
          <p:cNvPr id="5" name="Footer Placeholder 4">
            <a:extLst>
              <a:ext uri="{FF2B5EF4-FFF2-40B4-BE49-F238E27FC236}">
                <a16:creationId xmlns:a16="http://schemas.microsoft.com/office/drawing/2014/main" id="{856D2E7B-1071-682B-67C7-A8D9A7DD25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By: Aryan Tiwari</a:t>
            </a:r>
          </a:p>
        </p:txBody>
      </p:sp>
      <p:sp>
        <p:nvSpPr>
          <p:cNvPr id="6" name="Slide Number Placeholder 5">
            <a:extLst>
              <a:ext uri="{FF2B5EF4-FFF2-40B4-BE49-F238E27FC236}">
                <a16:creationId xmlns:a16="http://schemas.microsoft.com/office/drawing/2014/main" id="{9E340AC3-2D34-4A89-9DED-CF86DA8813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07A058-07A7-437C-9BA5-0E05D9838AE6}" type="slidenum">
              <a:rPr lang="en-IN" smtClean="0"/>
              <a:t>‹#›</a:t>
            </a:fld>
            <a:endParaRPr lang="en-IN"/>
          </a:p>
        </p:txBody>
      </p:sp>
    </p:spTree>
    <p:extLst>
      <p:ext uri="{BB962C8B-B14F-4D97-AF65-F5344CB8AC3E}">
        <p14:creationId xmlns:p14="http://schemas.microsoft.com/office/powerpoint/2010/main" val="980602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062C6-7713-D153-C31A-81CA26E359DB}"/>
              </a:ext>
            </a:extLst>
          </p:cNvPr>
          <p:cNvSpPr>
            <a:spLocks noGrp="1"/>
          </p:cNvSpPr>
          <p:nvPr>
            <p:ph type="ctrTitle"/>
          </p:nvPr>
        </p:nvSpPr>
        <p:spPr/>
        <p:txBody>
          <a:bodyPr>
            <a:normAutofit fontScale="90000"/>
          </a:bodyPr>
          <a:lstStyle/>
          <a:p>
            <a:r>
              <a:rPr lang="en-US" dirty="0"/>
              <a:t>Sales Performance Analysis of Walmart Stores Using Advanced MySQL Techniques</a:t>
            </a:r>
            <a:endParaRPr lang="en-IN" dirty="0"/>
          </a:p>
        </p:txBody>
      </p:sp>
      <p:sp>
        <p:nvSpPr>
          <p:cNvPr id="3" name="Subtitle 2">
            <a:extLst>
              <a:ext uri="{FF2B5EF4-FFF2-40B4-BE49-F238E27FC236}">
                <a16:creationId xmlns:a16="http://schemas.microsoft.com/office/drawing/2014/main" id="{60D2102B-0CD4-A58E-C05E-18C26C126689}"/>
              </a:ext>
            </a:extLst>
          </p:cNvPr>
          <p:cNvSpPr>
            <a:spLocks noGrp="1"/>
          </p:cNvSpPr>
          <p:nvPr>
            <p:ph type="subTitle" idx="1"/>
          </p:nvPr>
        </p:nvSpPr>
        <p:spPr>
          <a:xfrm>
            <a:off x="1459992" y="3583750"/>
            <a:ext cx="9144000" cy="2250122"/>
          </a:xfrm>
        </p:spPr>
        <p:txBody>
          <a:bodyPr>
            <a:normAutofit/>
          </a:bodyPr>
          <a:lstStyle/>
          <a:p>
            <a:r>
              <a:rPr lang="en-US" dirty="0"/>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endParaRPr lang="en-IN" dirty="0"/>
          </a:p>
        </p:txBody>
      </p:sp>
      <p:sp>
        <p:nvSpPr>
          <p:cNvPr id="4" name="Footer Placeholder 3">
            <a:extLst>
              <a:ext uri="{FF2B5EF4-FFF2-40B4-BE49-F238E27FC236}">
                <a16:creationId xmlns:a16="http://schemas.microsoft.com/office/drawing/2014/main" id="{3CF4E3C2-3722-FAE2-7B53-95C6F99F8C14}"/>
              </a:ext>
            </a:extLst>
          </p:cNvPr>
          <p:cNvSpPr>
            <a:spLocks noGrp="1"/>
          </p:cNvSpPr>
          <p:nvPr>
            <p:ph type="ftr" sz="quarter" idx="11"/>
          </p:nvPr>
        </p:nvSpPr>
        <p:spPr>
          <a:xfrm>
            <a:off x="170688" y="6411214"/>
            <a:ext cx="4114800" cy="365125"/>
          </a:xfrm>
        </p:spPr>
        <p:txBody>
          <a:bodyPr/>
          <a:lstStyle/>
          <a:p>
            <a:r>
              <a:rPr lang="en-IN" dirty="0"/>
              <a:t>By: Aryan Tiwari</a:t>
            </a:r>
          </a:p>
        </p:txBody>
      </p:sp>
    </p:spTree>
    <p:extLst>
      <p:ext uri="{BB962C8B-B14F-4D97-AF65-F5344CB8AC3E}">
        <p14:creationId xmlns:p14="http://schemas.microsoft.com/office/powerpoint/2010/main" val="184972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527D-DAA0-3867-E5B5-6D4475610A23}"/>
              </a:ext>
            </a:extLst>
          </p:cNvPr>
          <p:cNvSpPr>
            <a:spLocks noGrp="1"/>
          </p:cNvSpPr>
          <p:nvPr>
            <p:ph type="title"/>
          </p:nvPr>
        </p:nvSpPr>
        <p:spPr/>
        <p:txBody>
          <a:bodyPr/>
          <a:lstStyle/>
          <a:p>
            <a:r>
              <a:rPr lang="en-US" dirty="0"/>
              <a:t>Task 1: Identifying the Top Branch by Sales Growth Rate </a:t>
            </a:r>
            <a:endParaRPr lang="en-IN" dirty="0"/>
          </a:p>
        </p:txBody>
      </p:sp>
      <p:sp>
        <p:nvSpPr>
          <p:cNvPr id="3" name="Content Placeholder 2">
            <a:extLst>
              <a:ext uri="{FF2B5EF4-FFF2-40B4-BE49-F238E27FC236}">
                <a16:creationId xmlns:a16="http://schemas.microsoft.com/office/drawing/2014/main" id="{A8351F69-0F6F-122E-28FC-75C21AE5BC34}"/>
              </a:ext>
            </a:extLst>
          </p:cNvPr>
          <p:cNvSpPr>
            <a:spLocks noGrp="1"/>
          </p:cNvSpPr>
          <p:nvPr>
            <p:ph idx="1"/>
          </p:nvPr>
        </p:nvSpPr>
        <p:spPr>
          <a:xfrm>
            <a:off x="838200" y="1825625"/>
            <a:ext cx="5416296" cy="4351338"/>
          </a:xfrm>
        </p:spPr>
        <p:txBody>
          <a:bodyPr>
            <a:normAutofit/>
          </a:bodyPr>
          <a:lstStyle/>
          <a:p>
            <a:pPr marL="0" indent="0">
              <a:buNone/>
            </a:pPr>
            <a:r>
              <a:rPr lang="en-US" sz="2000" b="1" dirty="0"/>
              <a:t>SELECT</a:t>
            </a:r>
            <a:r>
              <a:rPr lang="en-US" sz="2000" dirty="0"/>
              <a:t> </a:t>
            </a:r>
          </a:p>
          <a:p>
            <a:pPr marL="0" indent="0">
              <a:buNone/>
            </a:pPr>
            <a:r>
              <a:rPr lang="en-US" sz="2000" dirty="0"/>
              <a:t>Branch,</a:t>
            </a:r>
          </a:p>
          <a:p>
            <a:pPr marL="0" indent="0">
              <a:buNone/>
            </a:pPr>
            <a:r>
              <a:rPr lang="en-US" sz="2000" b="1" dirty="0"/>
              <a:t>DATE_FORMAT</a:t>
            </a:r>
            <a:r>
              <a:rPr lang="en-US" sz="2000" dirty="0"/>
              <a:t>(STR_TO_DATE(</a:t>
            </a:r>
            <a:r>
              <a:rPr lang="en-US" sz="2000" b="1" dirty="0"/>
              <a:t>Date</a:t>
            </a:r>
            <a:r>
              <a:rPr lang="en-US" sz="2000" dirty="0"/>
              <a:t>, </a:t>
            </a:r>
            <a:r>
              <a:rPr lang="en-US" sz="2000" b="1" dirty="0"/>
              <a:t>'%d-%m-%Y'</a:t>
            </a:r>
            <a:r>
              <a:rPr lang="en-US" sz="2000" dirty="0"/>
              <a:t>), </a:t>
            </a:r>
            <a:r>
              <a:rPr lang="en-US" sz="2000" b="1" dirty="0"/>
              <a:t>'%Y-%m'</a:t>
            </a:r>
            <a:r>
              <a:rPr lang="en-US" sz="2000" dirty="0"/>
              <a:t>) </a:t>
            </a:r>
            <a:r>
              <a:rPr lang="en-US" sz="2000" b="1" dirty="0"/>
              <a:t>AS</a:t>
            </a:r>
            <a:r>
              <a:rPr lang="en-US" sz="2000" dirty="0"/>
              <a:t> </a:t>
            </a:r>
            <a:r>
              <a:rPr lang="en-US" sz="2000" b="1" dirty="0"/>
              <a:t>Month</a:t>
            </a:r>
            <a:r>
              <a:rPr lang="en-US" sz="2000" dirty="0"/>
              <a:t>,</a:t>
            </a:r>
          </a:p>
          <a:p>
            <a:pPr marL="0" indent="0">
              <a:buNone/>
            </a:pPr>
            <a:r>
              <a:rPr lang="en-US" sz="2000" b="1" dirty="0"/>
              <a:t>SUM</a:t>
            </a:r>
            <a:r>
              <a:rPr lang="en-US" sz="2000" dirty="0"/>
              <a:t>(Total) </a:t>
            </a:r>
            <a:r>
              <a:rPr lang="en-US" sz="2000" b="1" dirty="0"/>
              <a:t>AS</a:t>
            </a:r>
            <a:r>
              <a:rPr lang="en-US" sz="2000" dirty="0"/>
              <a:t> </a:t>
            </a:r>
            <a:r>
              <a:rPr lang="en-US" sz="2000" i="1" dirty="0" err="1"/>
              <a:t>MonthlySales</a:t>
            </a:r>
            <a:endParaRPr lang="en-US" sz="2000" dirty="0"/>
          </a:p>
          <a:p>
            <a:pPr marL="0" indent="0">
              <a:buNone/>
            </a:pPr>
            <a:r>
              <a:rPr lang="en-US" sz="2000" b="1" dirty="0"/>
              <a:t>FROM</a:t>
            </a:r>
            <a:r>
              <a:rPr lang="en-US" sz="2000" dirty="0"/>
              <a:t> </a:t>
            </a:r>
            <a:r>
              <a:rPr lang="en-US" sz="2000" dirty="0" err="1"/>
              <a:t>walmartsales_dataset</a:t>
            </a:r>
            <a:r>
              <a:rPr lang="en-US" sz="2000" dirty="0"/>
              <a:t> </a:t>
            </a:r>
            <a:r>
              <a:rPr lang="en-US" sz="2000" i="1" dirty="0"/>
              <a:t>wd</a:t>
            </a:r>
            <a:r>
              <a:rPr lang="en-US" sz="2000" dirty="0"/>
              <a:t> </a:t>
            </a:r>
          </a:p>
          <a:p>
            <a:pPr marL="0" indent="0">
              <a:buNone/>
            </a:pPr>
            <a:r>
              <a:rPr lang="en-US" sz="2000" b="1" dirty="0"/>
              <a:t>GROUP</a:t>
            </a:r>
            <a:r>
              <a:rPr lang="en-US" sz="2000" dirty="0"/>
              <a:t> </a:t>
            </a:r>
            <a:r>
              <a:rPr lang="en-US" sz="2000" b="1" dirty="0"/>
              <a:t>BY</a:t>
            </a:r>
            <a:r>
              <a:rPr lang="en-US" sz="2000" dirty="0"/>
              <a:t> Branch, </a:t>
            </a:r>
            <a:r>
              <a:rPr lang="en-US" sz="2000" b="1" dirty="0"/>
              <a:t>DATE_FORMAT</a:t>
            </a:r>
            <a:r>
              <a:rPr lang="en-US" sz="2000" dirty="0"/>
              <a:t>(STR_TO_DATE(</a:t>
            </a:r>
            <a:r>
              <a:rPr lang="en-US" sz="2000" b="1" dirty="0"/>
              <a:t>Date</a:t>
            </a:r>
            <a:r>
              <a:rPr lang="en-US" sz="2000" dirty="0"/>
              <a:t>, </a:t>
            </a:r>
            <a:r>
              <a:rPr lang="en-US" sz="2000" b="1" dirty="0"/>
              <a:t>'%d-%m-%Y'</a:t>
            </a:r>
            <a:r>
              <a:rPr lang="en-US" sz="2000" dirty="0"/>
              <a:t>), </a:t>
            </a:r>
            <a:r>
              <a:rPr lang="en-US" sz="2000" b="1" dirty="0"/>
              <a:t>'%Y-%m'</a:t>
            </a:r>
            <a:r>
              <a:rPr lang="en-US" sz="2000" dirty="0"/>
              <a:t>)</a:t>
            </a:r>
          </a:p>
          <a:p>
            <a:pPr marL="0" indent="0">
              <a:buNone/>
            </a:pPr>
            <a:r>
              <a:rPr lang="en-US" sz="2000" b="1" dirty="0"/>
              <a:t>ORDER</a:t>
            </a:r>
            <a:r>
              <a:rPr lang="en-US" sz="2000" dirty="0"/>
              <a:t> </a:t>
            </a:r>
            <a:r>
              <a:rPr lang="en-US" sz="2000" b="1" dirty="0"/>
              <a:t>BY</a:t>
            </a:r>
            <a:r>
              <a:rPr lang="en-US" sz="2000" dirty="0"/>
              <a:t> Branch, </a:t>
            </a:r>
            <a:r>
              <a:rPr lang="en-US" sz="2000" b="1" dirty="0"/>
              <a:t>Month</a:t>
            </a:r>
            <a:r>
              <a:rPr lang="en-US" sz="2000" dirty="0"/>
              <a:t>;</a:t>
            </a:r>
          </a:p>
          <a:p>
            <a:endParaRPr lang="en-IN" dirty="0"/>
          </a:p>
        </p:txBody>
      </p:sp>
      <p:pic>
        <p:nvPicPr>
          <p:cNvPr id="8" name="Picture 7">
            <a:extLst>
              <a:ext uri="{FF2B5EF4-FFF2-40B4-BE49-F238E27FC236}">
                <a16:creationId xmlns:a16="http://schemas.microsoft.com/office/drawing/2014/main" id="{2FA7CCAF-67B1-FE5C-55DF-3A708EE94862}"/>
              </a:ext>
            </a:extLst>
          </p:cNvPr>
          <p:cNvPicPr>
            <a:picLocks noChangeAspect="1"/>
          </p:cNvPicPr>
          <p:nvPr/>
        </p:nvPicPr>
        <p:blipFill>
          <a:blip r:embed="rId2"/>
          <a:stretch>
            <a:fillRect/>
          </a:stretch>
        </p:blipFill>
        <p:spPr>
          <a:xfrm>
            <a:off x="6627347" y="1912608"/>
            <a:ext cx="5416296" cy="3976127"/>
          </a:xfrm>
          <a:prstGeom prst="rect">
            <a:avLst/>
          </a:prstGeom>
        </p:spPr>
      </p:pic>
      <p:sp>
        <p:nvSpPr>
          <p:cNvPr id="9" name="Footer Placeholder 8">
            <a:extLst>
              <a:ext uri="{FF2B5EF4-FFF2-40B4-BE49-F238E27FC236}">
                <a16:creationId xmlns:a16="http://schemas.microsoft.com/office/drawing/2014/main" id="{72A9E9DF-6520-5B74-84A5-E62D1E9712CA}"/>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1839968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70E8-D139-7B90-D2DF-B39D438AE436}"/>
              </a:ext>
            </a:extLst>
          </p:cNvPr>
          <p:cNvSpPr>
            <a:spLocks noGrp="1"/>
          </p:cNvSpPr>
          <p:nvPr>
            <p:ph type="title"/>
          </p:nvPr>
        </p:nvSpPr>
        <p:spPr>
          <a:xfrm>
            <a:off x="176784" y="365125"/>
            <a:ext cx="6553807" cy="1325563"/>
          </a:xfrm>
        </p:spPr>
        <p:txBody>
          <a:bodyPr>
            <a:normAutofit fontScale="90000"/>
          </a:bodyPr>
          <a:lstStyle/>
          <a:p>
            <a:r>
              <a:rPr lang="en-US" dirty="0"/>
              <a:t>Task 2: Finding the Most Profitable Product Line for Each Branch</a:t>
            </a:r>
            <a:endParaRPr lang="en-IN" dirty="0"/>
          </a:p>
        </p:txBody>
      </p:sp>
      <p:sp>
        <p:nvSpPr>
          <p:cNvPr id="3" name="Content Placeholder 2">
            <a:extLst>
              <a:ext uri="{FF2B5EF4-FFF2-40B4-BE49-F238E27FC236}">
                <a16:creationId xmlns:a16="http://schemas.microsoft.com/office/drawing/2014/main" id="{41927781-12AA-417D-0176-DCA586E23211}"/>
              </a:ext>
            </a:extLst>
          </p:cNvPr>
          <p:cNvSpPr>
            <a:spLocks noGrp="1"/>
          </p:cNvSpPr>
          <p:nvPr>
            <p:ph idx="1"/>
          </p:nvPr>
        </p:nvSpPr>
        <p:spPr/>
        <p:txBody>
          <a:bodyPr>
            <a:normAutofit/>
          </a:bodyPr>
          <a:lstStyle/>
          <a:p>
            <a:pPr marL="0" indent="0">
              <a:buNone/>
            </a:pPr>
            <a:r>
              <a:rPr lang="en-US" b="1" dirty="0"/>
              <a:t>SELECT</a:t>
            </a:r>
            <a:r>
              <a:rPr lang="en-US" dirty="0"/>
              <a:t> </a:t>
            </a:r>
          </a:p>
          <a:p>
            <a:pPr marL="0" indent="0">
              <a:buNone/>
            </a:pPr>
            <a:r>
              <a:rPr lang="en-US" dirty="0"/>
              <a:t>Branch,</a:t>
            </a:r>
          </a:p>
          <a:p>
            <a:pPr marL="0" indent="0">
              <a:buNone/>
            </a:pPr>
            <a:r>
              <a:rPr lang="en-US" dirty="0"/>
              <a:t>`Product line`,</a:t>
            </a:r>
          </a:p>
          <a:p>
            <a:pPr marL="0" indent="0">
              <a:buNone/>
            </a:pPr>
            <a:r>
              <a:rPr lang="en-US" b="1" dirty="0"/>
              <a:t>SUM</a:t>
            </a:r>
            <a:r>
              <a:rPr lang="en-US" dirty="0"/>
              <a:t>(Total) </a:t>
            </a:r>
            <a:r>
              <a:rPr lang="en-US" b="1" dirty="0"/>
              <a:t>AS</a:t>
            </a:r>
            <a:r>
              <a:rPr lang="en-US" dirty="0"/>
              <a:t> </a:t>
            </a:r>
            <a:r>
              <a:rPr lang="en-US" i="1" dirty="0" err="1"/>
              <a:t>TotalSales</a:t>
            </a:r>
            <a:endParaRPr lang="en-US" dirty="0"/>
          </a:p>
          <a:p>
            <a:pPr marL="0" indent="0">
              <a:buNone/>
            </a:pPr>
            <a:r>
              <a:rPr lang="en-US" b="1" dirty="0"/>
              <a:t>FROM</a:t>
            </a:r>
            <a:r>
              <a:rPr lang="en-US" dirty="0"/>
              <a:t> </a:t>
            </a:r>
            <a:r>
              <a:rPr lang="en-US" dirty="0" err="1"/>
              <a:t>walmartsales_dataset</a:t>
            </a:r>
            <a:r>
              <a:rPr lang="en-US" dirty="0"/>
              <a:t> </a:t>
            </a:r>
            <a:r>
              <a:rPr lang="en-US" i="1" dirty="0"/>
              <a:t>wd</a:t>
            </a:r>
            <a:r>
              <a:rPr lang="en-US" dirty="0"/>
              <a:t> </a:t>
            </a:r>
          </a:p>
          <a:p>
            <a:pPr marL="0" indent="0">
              <a:buNone/>
            </a:pPr>
            <a:r>
              <a:rPr lang="en-US" b="1" dirty="0"/>
              <a:t>GROUP</a:t>
            </a:r>
            <a:r>
              <a:rPr lang="en-US" dirty="0"/>
              <a:t> </a:t>
            </a:r>
            <a:r>
              <a:rPr lang="en-US" b="1" dirty="0"/>
              <a:t>BY</a:t>
            </a:r>
            <a:r>
              <a:rPr lang="en-US" dirty="0"/>
              <a:t> Branch, `Product line` </a:t>
            </a:r>
          </a:p>
          <a:p>
            <a:pPr marL="0" indent="0">
              <a:buNone/>
            </a:pPr>
            <a:r>
              <a:rPr lang="en-US" b="1" dirty="0"/>
              <a:t>ORDER</a:t>
            </a:r>
            <a:r>
              <a:rPr lang="en-US" dirty="0"/>
              <a:t> </a:t>
            </a:r>
            <a:r>
              <a:rPr lang="en-US" b="1" dirty="0"/>
              <a:t>BY</a:t>
            </a:r>
            <a:r>
              <a:rPr lang="en-US" dirty="0"/>
              <a:t> Branch, </a:t>
            </a:r>
            <a:r>
              <a:rPr lang="en-US" i="1" dirty="0" err="1"/>
              <a:t>TotalSales</a:t>
            </a:r>
            <a:r>
              <a:rPr lang="en-US" dirty="0"/>
              <a:t> </a:t>
            </a:r>
            <a:r>
              <a:rPr lang="en-US" b="1" dirty="0"/>
              <a:t>DESC</a:t>
            </a:r>
            <a:r>
              <a:rPr lang="en-US" dirty="0"/>
              <a:t>;</a:t>
            </a:r>
          </a:p>
          <a:p>
            <a:endParaRPr lang="en-IN" sz="3600" dirty="0"/>
          </a:p>
        </p:txBody>
      </p:sp>
      <p:pic>
        <p:nvPicPr>
          <p:cNvPr id="5" name="Picture 4">
            <a:extLst>
              <a:ext uri="{FF2B5EF4-FFF2-40B4-BE49-F238E27FC236}">
                <a16:creationId xmlns:a16="http://schemas.microsoft.com/office/drawing/2014/main" id="{427323C7-D4ED-8B87-BC8D-D7BD6787A9E1}"/>
              </a:ext>
            </a:extLst>
          </p:cNvPr>
          <p:cNvPicPr>
            <a:picLocks noChangeAspect="1"/>
          </p:cNvPicPr>
          <p:nvPr/>
        </p:nvPicPr>
        <p:blipFill>
          <a:blip r:embed="rId2"/>
          <a:stretch>
            <a:fillRect/>
          </a:stretch>
        </p:blipFill>
        <p:spPr>
          <a:xfrm>
            <a:off x="6647688" y="365125"/>
            <a:ext cx="5544312" cy="6217920"/>
          </a:xfrm>
          <a:prstGeom prst="rect">
            <a:avLst/>
          </a:prstGeom>
        </p:spPr>
      </p:pic>
      <p:sp>
        <p:nvSpPr>
          <p:cNvPr id="6" name="Footer Placeholder 5">
            <a:extLst>
              <a:ext uri="{FF2B5EF4-FFF2-40B4-BE49-F238E27FC236}">
                <a16:creationId xmlns:a16="http://schemas.microsoft.com/office/drawing/2014/main" id="{24A9D0D3-3C23-1CC6-AB3D-D3D64C01E96A}"/>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381281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21BA-7C19-8DAC-4023-0DB27AA1C6B1}"/>
              </a:ext>
            </a:extLst>
          </p:cNvPr>
          <p:cNvSpPr>
            <a:spLocks noGrp="1"/>
          </p:cNvSpPr>
          <p:nvPr>
            <p:ph type="title"/>
          </p:nvPr>
        </p:nvSpPr>
        <p:spPr/>
        <p:txBody>
          <a:bodyPr/>
          <a:lstStyle/>
          <a:p>
            <a:r>
              <a:rPr lang="en-US" dirty="0"/>
              <a:t>Task 3: Analyzing Customer Segmentation Based on Spending </a:t>
            </a:r>
            <a:endParaRPr lang="en-IN" dirty="0"/>
          </a:p>
        </p:txBody>
      </p:sp>
      <p:sp>
        <p:nvSpPr>
          <p:cNvPr id="3" name="Content Placeholder 2">
            <a:extLst>
              <a:ext uri="{FF2B5EF4-FFF2-40B4-BE49-F238E27FC236}">
                <a16:creationId xmlns:a16="http://schemas.microsoft.com/office/drawing/2014/main" id="{845472DD-CE8A-CE74-9EA7-1B72A71973F5}"/>
              </a:ext>
            </a:extLst>
          </p:cNvPr>
          <p:cNvSpPr>
            <a:spLocks noGrp="1"/>
          </p:cNvSpPr>
          <p:nvPr>
            <p:ph idx="1"/>
          </p:nvPr>
        </p:nvSpPr>
        <p:spPr>
          <a:xfrm>
            <a:off x="393192" y="1825625"/>
            <a:ext cx="10960608" cy="4351338"/>
          </a:xfrm>
        </p:spPr>
        <p:txBody>
          <a:bodyPr>
            <a:normAutofit fontScale="92500" lnSpcReduction="10000"/>
          </a:bodyPr>
          <a:lstStyle/>
          <a:p>
            <a:pPr marL="0" indent="0">
              <a:buNone/>
            </a:pPr>
            <a:r>
              <a:rPr lang="en-US" sz="2200" b="1" dirty="0"/>
              <a:t>SELECT</a:t>
            </a:r>
            <a:r>
              <a:rPr lang="en-US" sz="2200" dirty="0"/>
              <a:t> </a:t>
            </a:r>
          </a:p>
          <a:p>
            <a:pPr marL="0" indent="0">
              <a:buNone/>
            </a:pPr>
            <a:r>
              <a:rPr lang="en-US" sz="2200" dirty="0"/>
              <a:t>`Customer ID` ,</a:t>
            </a:r>
          </a:p>
          <a:p>
            <a:pPr marL="0" indent="0">
              <a:buNone/>
            </a:pPr>
            <a:r>
              <a:rPr lang="en-US" sz="2200" b="1" dirty="0"/>
              <a:t>SUM</a:t>
            </a:r>
            <a:r>
              <a:rPr lang="en-US" sz="2200" dirty="0"/>
              <a:t>(Total) </a:t>
            </a:r>
            <a:r>
              <a:rPr lang="en-US" sz="2200" b="1" dirty="0"/>
              <a:t>AS</a:t>
            </a:r>
            <a:r>
              <a:rPr lang="en-US" sz="2200" dirty="0"/>
              <a:t> </a:t>
            </a:r>
            <a:r>
              <a:rPr lang="en-US" sz="2200" i="1" dirty="0" err="1"/>
              <a:t>TotalSpent</a:t>
            </a:r>
            <a:r>
              <a:rPr lang="en-US" sz="2200" dirty="0"/>
              <a:t>,</a:t>
            </a:r>
          </a:p>
          <a:p>
            <a:pPr marL="0" indent="0">
              <a:buNone/>
            </a:pPr>
            <a:r>
              <a:rPr lang="en-US" sz="2200" b="1" dirty="0"/>
              <a:t>CASE</a:t>
            </a:r>
            <a:r>
              <a:rPr lang="en-US" sz="2200" dirty="0"/>
              <a:t> </a:t>
            </a:r>
          </a:p>
          <a:p>
            <a:pPr marL="0" indent="0">
              <a:buNone/>
            </a:pPr>
            <a:r>
              <a:rPr lang="en-US" sz="2200" b="1" dirty="0"/>
              <a:t>WHEN</a:t>
            </a:r>
            <a:r>
              <a:rPr lang="en-US" sz="2200" dirty="0"/>
              <a:t> </a:t>
            </a:r>
            <a:r>
              <a:rPr lang="en-US" sz="2200" b="1" dirty="0"/>
              <a:t>SUM</a:t>
            </a:r>
            <a:r>
              <a:rPr lang="en-US" sz="2200" dirty="0"/>
              <a:t>(Total) &gt; 22500 </a:t>
            </a:r>
            <a:r>
              <a:rPr lang="en-US" sz="2200" b="1" dirty="0"/>
              <a:t>THEN</a:t>
            </a:r>
            <a:r>
              <a:rPr lang="en-US" sz="2200" dirty="0"/>
              <a:t> </a:t>
            </a:r>
            <a:r>
              <a:rPr lang="en-US" sz="2200" b="1" dirty="0"/>
              <a:t>'High'</a:t>
            </a:r>
            <a:endParaRPr lang="en-US" sz="2200" dirty="0"/>
          </a:p>
          <a:p>
            <a:pPr marL="0" indent="0">
              <a:buNone/>
            </a:pPr>
            <a:r>
              <a:rPr lang="en-US" sz="2200" b="1" dirty="0"/>
              <a:t>WHEN</a:t>
            </a:r>
            <a:r>
              <a:rPr lang="en-US" sz="2200" dirty="0"/>
              <a:t> </a:t>
            </a:r>
            <a:r>
              <a:rPr lang="en-US" sz="2200" b="1" dirty="0"/>
              <a:t>SUM</a:t>
            </a:r>
            <a:r>
              <a:rPr lang="en-US" sz="2200" dirty="0"/>
              <a:t>(Total) </a:t>
            </a:r>
            <a:r>
              <a:rPr lang="en-US" sz="2200" b="1" dirty="0"/>
              <a:t>BETWEEN</a:t>
            </a:r>
            <a:r>
              <a:rPr lang="en-US" sz="2200" dirty="0"/>
              <a:t> 20000 </a:t>
            </a:r>
            <a:r>
              <a:rPr lang="en-US" sz="2200" b="1" dirty="0"/>
              <a:t>AND</a:t>
            </a:r>
            <a:r>
              <a:rPr lang="en-US" sz="2200" dirty="0"/>
              <a:t> 22500 </a:t>
            </a:r>
            <a:r>
              <a:rPr lang="en-US" sz="2200" b="1" dirty="0"/>
              <a:t>THEN</a:t>
            </a:r>
            <a:r>
              <a:rPr lang="en-US" sz="2200" dirty="0"/>
              <a:t> </a:t>
            </a:r>
            <a:r>
              <a:rPr lang="en-US" sz="2200" b="1" dirty="0"/>
              <a:t>'Medium'</a:t>
            </a:r>
            <a:endParaRPr lang="en-US" sz="2200" dirty="0"/>
          </a:p>
          <a:p>
            <a:pPr marL="0" indent="0">
              <a:buNone/>
            </a:pPr>
            <a:r>
              <a:rPr lang="en-US" sz="2200" b="1" dirty="0"/>
              <a:t>ELSE</a:t>
            </a:r>
            <a:r>
              <a:rPr lang="en-US" sz="2200" dirty="0"/>
              <a:t> </a:t>
            </a:r>
            <a:r>
              <a:rPr lang="en-US" sz="2200" b="1" dirty="0"/>
              <a:t>'Low'</a:t>
            </a:r>
            <a:endParaRPr lang="en-US" sz="2200" dirty="0"/>
          </a:p>
          <a:p>
            <a:pPr marL="0" indent="0">
              <a:buNone/>
            </a:pPr>
            <a:r>
              <a:rPr lang="en-US" sz="2200" b="1" dirty="0"/>
              <a:t>END</a:t>
            </a:r>
            <a:r>
              <a:rPr lang="en-US" sz="2200" dirty="0"/>
              <a:t> </a:t>
            </a:r>
            <a:r>
              <a:rPr lang="en-US" sz="2200" b="1" dirty="0"/>
              <a:t>AS</a:t>
            </a:r>
            <a:r>
              <a:rPr lang="en-US" sz="2200" dirty="0"/>
              <a:t> </a:t>
            </a:r>
            <a:r>
              <a:rPr lang="en-US" sz="2200" i="1" dirty="0"/>
              <a:t>Segment</a:t>
            </a:r>
            <a:endParaRPr lang="en-US" sz="2200" dirty="0"/>
          </a:p>
          <a:p>
            <a:pPr marL="0" indent="0">
              <a:buNone/>
            </a:pPr>
            <a:r>
              <a:rPr lang="en-US" sz="2200" b="1" dirty="0"/>
              <a:t>FROM</a:t>
            </a:r>
            <a:r>
              <a:rPr lang="en-US" sz="2200" dirty="0"/>
              <a:t> </a:t>
            </a:r>
            <a:r>
              <a:rPr lang="en-US" sz="2200" dirty="0" err="1"/>
              <a:t>walmartsales_dataset</a:t>
            </a:r>
            <a:endParaRPr lang="en-US" sz="2200" dirty="0"/>
          </a:p>
          <a:p>
            <a:pPr marL="0" indent="0">
              <a:buNone/>
            </a:pPr>
            <a:r>
              <a:rPr lang="en-US" sz="2200" b="1" dirty="0"/>
              <a:t>GROUP</a:t>
            </a:r>
            <a:r>
              <a:rPr lang="en-US" sz="2200" dirty="0"/>
              <a:t> </a:t>
            </a:r>
            <a:r>
              <a:rPr lang="en-US" sz="2200" b="1" dirty="0"/>
              <a:t>BY</a:t>
            </a:r>
            <a:r>
              <a:rPr lang="en-US" sz="2200" dirty="0"/>
              <a:t> `Customer ID` </a:t>
            </a:r>
          </a:p>
          <a:p>
            <a:pPr marL="0" indent="0">
              <a:buNone/>
            </a:pPr>
            <a:r>
              <a:rPr lang="en-US" sz="2200" b="1" dirty="0"/>
              <a:t>order</a:t>
            </a:r>
            <a:r>
              <a:rPr lang="en-US" sz="2200" dirty="0"/>
              <a:t> </a:t>
            </a:r>
            <a:r>
              <a:rPr lang="en-US" sz="2200" b="1" dirty="0"/>
              <a:t>by</a:t>
            </a:r>
            <a:r>
              <a:rPr lang="en-US" sz="2200" dirty="0"/>
              <a:t> `Customer ID` </a:t>
            </a:r>
            <a:r>
              <a:rPr lang="en-US" sz="2200" b="1" dirty="0" err="1"/>
              <a:t>asc</a:t>
            </a:r>
            <a:r>
              <a:rPr lang="en-US" sz="2200" dirty="0"/>
              <a:t>;</a:t>
            </a:r>
          </a:p>
          <a:p>
            <a:pPr marL="0" indent="0">
              <a:buNone/>
            </a:pPr>
            <a:endParaRPr lang="en-IN" dirty="0"/>
          </a:p>
        </p:txBody>
      </p:sp>
      <p:pic>
        <p:nvPicPr>
          <p:cNvPr id="5" name="Picture 4">
            <a:extLst>
              <a:ext uri="{FF2B5EF4-FFF2-40B4-BE49-F238E27FC236}">
                <a16:creationId xmlns:a16="http://schemas.microsoft.com/office/drawing/2014/main" id="{38967AFB-B1C1-4F2D-9F8E-FE9B41553854}"/>
              </a:ext>
            </a:extLst>
          </p:cNvPr>
          <p:cNvPicPr>
            <a:picLocks noChangeAspect="1"/>
          </p:cNvPicPr>
          <p:nvPr/>
        </p:nvPicPr>
        <p:blipFill>
          <a:blip r:embed="rId2"/>
          <a:stretch>
            <a:fillRect/>
          </a:stretch>
        </p:blipFill>
        <p:spPr>
          <a:xfrm>
            <a:off x="7153839" y="1618488"/>
            <a:ext cx="4961143" cy="5120639"/>
          </a:xfrm>
          <a:prstGeom prst="rect">
            <a:avLst/>
          </a:prstGeom>
        </p:spPr>
      </p:pic>
      <p:sp>
        <p:nvSpPr>
          <p:cNvPr id="6" name="Footer Placeholder 5">
            <a:extLst>
              <a:ext uri="{FF2B5EF4-FFF2-40B4-BE49-F238E27FC236}">
                <a16:creationId xmlns:a16="http://schemas.microsoft.com/office/drawing/2014/main" id="{D4AD07ED-2D69-E310-2DA5-7F8A1671E694}"/>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241479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557EE-0EAD-B821-0279-FC9A0C687BE1}"/>
              </a:ext>
            </a:extLst>
          </p:cNvPr>
          <p:cNvSpPr>
            <a:spLocks noGrp="1"/>
          </p:cNvSpPr>
          <p:nvPr>
            <p:ph type="title"/>
          </p:nvPr>
        </p:nvSpPr>
        <p:spPr/>
        <p:txBody>
          <a:bodyPr/>
          <a:lstStyle/>
          <a:p>
            <a:r>
              <a:rPr lang="en-US" dirty="0"/>
              <a:t>Task 4: Detecting Anomalies in Sales Transactions </a:t>
            </a:r>
            <a:endParaRPr lang="en-IN" dirty="0"/>
          </a:p>
        </p:txBody>
      </p:sp>
      <p:sp>
        <p:nvSpPr>
          <p:cNvPr id="3" name="Content Placeholder 2">
            <a:extLst>
              <a:ext uri="{FF2B5EF4-FFF2-40B4-BE49-F238E27FC236}">
                <a16:creationId xmlns:a16="http://schemas.microsoft.com/office/drawing/2014/main" id="{0BB93175-3E32-D8C9-E0C3-4464CFCEE9D1}"/>
              </a:ext>
            </a:extLst>
          </p:cNvPr>
          <p:cNvSpPr>
            <a:spLocks noGrp="1"/>
          </p:cNvSpPr>
          <p:nvPr>
            <p:ph idx="1"/>
          </p:nvPr>
        </p:nvSpPr>
        <p:spPr>
          <a:xfrm>
            <a:off x="228600" y="1825625"/>
            <a:ext cx="4507992" cy="4351338"/>
          </a:xfrm>
        </p:spPr>
        <p:txBody>
          <a:bodyPr/>
          <a:lstStyle/>
          <a:p>
            <a:pPr marL="0" indent="0">
              <a:buNone/>
            </a:pPr>
            <a:r>
              <a:rPr lang="en-IN" sz="2400" b="1" dirty="0"/>
              <a:t>SELECT</a:t>
            </a:r>
            <a:r>
              <a:rPr lang="en-IN" sz="2400" dirty="0"/>
              <a:t> * </a:t>
            </a:r>
            <a:r>
              <a:rPr lang="en-IN" sz="2400" b="1" dirty="0"/>
              <a:t>FROM</a:t>
            </a:r>
            <a:r>
              <a:rPr lang="en-IN" sz="2400" dirty="0"/>
              <a:t> </a:t>
            </a:r>
            <a:r>
              <a:rPr lang="en-IN" sz="2400" dirty="0" err="1"/>
              <a:t>walmartsales_dataset</a:t>
            </a:r>
            <a:endParaRPr lang="en-IN" sz="2400" dirty="0"/>
          </a:p>
          <a:p>
            <a:pPr marL="0" indent="0">
              <a:buNone/>
            </a:pPr>
            <a:r>
              <a:rPr lang="en-IN" sz="2400" b="1" dirty="0"/>
              <a:t>WHERE</a:t>
            </a:r>
            <a:r>
              <a:rPr lang="en-IN" sz="2400" dirty="0"/>
              <a:t> Total &gt; (</a:t>
            </a:r>
            <a:r>
              <a:rPr lang="en-IN" sz="2400" b="1" dirty="0"/>
              <a:t>SELECT</a:t>
            </a:r>
            <a:r>
              <a:rPr lang="en-IN" sz="2400" dirty="0"/>
              <a:t> </a:t>
            </a:r>
            <a:r>
              <a:rPr lang="en-IN" sz="2400" b="1" dirty="0"/>
              <a:t>AVG</a:t>
            </a:r>
            <a:r>
              <a:rPr lang="en-IN" sz="2400" dirty="0"/>
              <a:t>(Total) + 2 * STDDEV(Total) </a:t>
            </a:r>
            <a:r>
              <a:rPr lang="en-IN" sz="2400" b="1" dirty="0"/>
              <a:t>FROM</a:t>
            </a:r>
            <a:r>
              <a:rPr lang="en-IN" sz="2400" dirty="0"/>
              <a:t> </a:t>
            </a:r>
            <a:r>
              <a:rPr lang="en-IN" sz="2400" dirty="0" err="1"/>
              <a:t>walmartsales_dataset</a:t>
            </a:r>
            <a:r>
              <a:rPr lang="en-IN" sz="2400" dirty="0"/>
              <a:t>)</a:t>
            </a:r>
          </a:p>
          <a:p>
            <a:pPr marL="0" indent="0">
              <a:buNone/>
            </a:pPr>
            <a:r>
              <a:rPr lang="en-IN" sz="2400" b="1" dirty="0"/>
              <a:t>OR</a:t>
            </a:r>
            <a:r>
              <a:rPr lang="en-IN" sz="2400" dirty="0"/>
              <a:t> Total &lt; (</a:t>
            </a:r>
            <a:r>
              <a:rPr lang="en-IN" sz="2400" b="1" dirty="0"/>
              <a:t>SELECT</a:t>
            </a:r>
            <a:r>
              <a:rPr lang="en-IN" sz="2400" dirty="0"/>
              <a:t> </a:t>
            </a:r>
            <a:r>
              <a:rPr lang="en-IN" sz="2400" b="1" dirty="0"/>
              <a:t>AVG</a:t>
            </a:r>
            <a:r>
              <a:rPr lang="en-IN" sz="2400" dirty="0"/>
              <a:t>(Total) - 2 * STDDEV(Total) </a:t>
            </a:r>
            <a:r>
              <a:rPr lang="en-IN" sz="2400" b="1" dirty="0"/>
              <a:t>FROM</a:t>
            </a:r>
            <a:r>
              <a:rPr lang="en-IN" sz="2400" dirty="0"/>
              <a:t> </a:t>
            </a:r>
            <a:r>
              <a:rPr lang="en-IN" sz="2400" dirty="0" err="1"/>
              <a:t>walmartsales_dataset</a:t>
            </a:r>
            <a:r>
              <a:rPr lang="en-IN" sz="2400" dirty="0"/>
              <a:t>);</a:t>
            </a:r>
          </a:p>
          <a:p>
            <a:endParaRPr lang="en-IN" dirty="0"/>
          </a:p>
        </p:txBody>
      </p:sp>
      <p:pic>
        <p:nvPicPr>
          <p:cNvPr id="5" name="Picture 4">
            <a:extLst>
              <a:ext uri="{FF2B5EF4-FFF2-40B4-BE49-F238E27FC236}">
                <a16:creationId xmlns:a16="http://schemas.microsoft.com/office/drawing/2014/main" id="{4160A02C-F16B-DFCD-0CFD-FC57079E61DC}"/>
              </a:ext>
            </a:extLst>
          </p:cNvPr>
          <p:cNvPicPr>
            <a:picLocks noChangeAspect="1"/>
          </p:cNvPicPr>
          <p:nvPr/>
        </p:nvPicPr>
        <p:blipFill>
          <a:blip r:embed="rId2"/>
          <a:stretch>
            <a:fillRect/>
          </a:stretch>
        </p:blipFill>
        <p:spPr>
          <a:xfrm>
            <a:off x="4736592" y="1486091"/>
            <a:ext cx="7426771" cy="4690872"/>
          </a:xfrm>
          <a:prstGeom prst="rect">
            <a:avLst/>
          </a:prstGeom>
        </p:spPr>
      </p:pic>
      <p:sp>
        <p:nvSpPr>
          <p:cNvPr id="6" name="Footer Placeholder 5">
            <a:extLst>
              <a:ext uri="{FF2B5EF4-FFF2-40B4-BE49-F238E27FC236}">
                <a16:creationId xmlns:a16="http://schemas.microsoft.com/office/drawing/2014/main" id="{842B9185-DCF9-0E1D-500D-736C580B2876}"/>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429098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B78E9-5CA8-A379-7CCE-37CC9C130EFB}"/>
              </a:ext>
            </a:extLst>
          </p:cNvPr>
          <p:cNvSpPr>
            <a:spLocks noGrp="1"/>
          </p:cNvSpPr>
          <p:nvPr>
            <p:ph type="title"/>
          </p:nvPr>
        </p:nvSpPr>
        <p:spPr/>
        <p:txBody>
          <a:bodyPr/>
          <a:lstStyle/>
          <a:p>
            <a:r>
              <a:rPr lang="en-US" dirty="0"/>
              <a:t>Task 5: Most Popular Payment Method by City</a:t>
            </a:r>
            <a:endParaRPr lang="en-IN" dirty="0"/>
          </a:p>
        </p:txBody>
      </p:sp>
      <p:sp>
        <p:nvSpPr>
          <p:cNvPr id="3" name="Content Placeholder 2">
            <a:extLst>
              <a:ext uri="{FF2B5EF4-FFF2-40B4-BE49-F238E27FC236}">
                <a16:creationId xmlns:a16="http://schemas.microsoft.com/office/drawing/2014/main" id="{7C66756F-228F-B665-A018-8096C6EA62C1}"/>
              </a:ext>
            </a:extLst>
          </p:cNvPr>
          <p:cNvSpPr>
            <a:spLocks noGrp="1"/>
          </p:cNvSpPr>
          <p:nvPr>
            <p:ph idx="1"/>
          </p:nvPr>
        </p:nvSpPr>
        <p:spPr/>
        <p:txBody>
          <a:bodyPr/>
          <a:lstStyle/>
          <a:p>
            <a:pPr marL="0" indent="0">
              <a:buNone/>
            </a:pPr>
            <a:r>
              <a:rPr lang="en-US" sz="2400" b="1" dirty="0"/>
              <a:t>SELECT</a:t>
            </a:r>
            <a:r>
              <a:rPr lang="en-US" sz="2400" dirty="0"/>
              <a:t> </a:t>
            </a:r>
          </a:p>
          <a:p>
            <a:pPr marL="0" indent="0">
              <a:buNone/>
            </a:pPr>
            <a:r>
              <a:rPr lang="en-US" sz="2400" dirty="0"/>
              <a:t>City,</a:t>
            </a:r>
          </a:p>
          <a:p>
            <a:pPr marL="0" indent="0">
              <a:buNone/>
            </a:pPr>
            <a:r>
              <a:rPr lang="en-US" sz="2400" dirty="0"/>
              <a:t>Payment,</a:t>
            </a:r>
          </a:p>
          <a:p>
            <a:pPr marL="0" indent="0">
              <a:buNone/>
            </a:pPr>
            <a:r>
              <a:rPr lang="en-US" sz="2400" b="1" dirty="0"/>
              <a:t>COUNT</a:t>
            </a:r>
            <a:r>
              <a:rPr lang="en-US" sz="2400" dirty="0"/>
              <a:t>(*) </a:t>
            </a:r>
            <a:r>
              <a:rPr lang="en-US" sz="2400" b="1" dirty="0"/>
              <a:t>AS</a:t>
            </a:r>
            <a:r>
              <a:rPr lang="en-US" sz="2400" dirty="0"/>
              <a:t> </a:t>
            </a:r>
            <a:r>
              <a:rPr lang="en-US" sz="2400" b="1" dirty="0"/>
              <a:t>Count</a:t>
            </a:r>
            <a:endParaRPr lang="en-US" sz="2400" dirty="0"/>
          </a:p>
          <a:p>
            <a:pPr marL="0" indent="0">
              <a:buNone/>
            </a:pPr>
            <a:r>
              <a:rPr lang="en-US" sz="2400" b="1" dirty="0"/>
              <a:t>FROM</a:t>
            </a:r>
            <a:r>
              <a:rPr lang="en-US" sz="2400" dirty="0"/>
              <a:t> </a:t>
            </a:r>
            <a:r>
              <a:rPr lang="en-US" sz="2400" dirty="0" err="1"/>
              <a:t>walmartsales_dataset</a:t>
            </a:r>
            <a:r>
              <a:rPr lang="en-US" sz="2400" dirty="0"/>
              <a:t> </a:t>
            </a:r>
            <a:r>
              <a:rPr lang="en-US" sz="2400" i="1" dirty="0"/>
              <a:t>wd</a:t>
            </a:r>
            <a:r>
              <a:rPr lang="en-US" sz="2400" dirty="0"/>
              <a:t> </a:t>
            </a:r>
          </a:p>
          <a:p>
            <a:pPr marL="0" indent="0">
              <a:buNone/>
            </a:pPr>
            <a:r>
              <a:rPr lang="en-US" sz="2400" b="1" dirty="0"/>
              <a:t>GROUP</a:t>
            </a:r>
            <a:r>
              <a:rPr lang="en-US" sz="2400" dirty="0"/>
              <a:t> </a:t>
            </a:r>
            <a:r>
              <a:rPr lang="en-US" sz="2400" b="1" dirty="0"/>
              <a:t>BY</a:t>
            </a:r>
            <a:r>
              <a:rPr lang="en-US" sz="2400" dirty="0"/>
              <a:t> City, Payment</a:t>
            </a:r>
          </a:p>
          <a:p>
            <a:pPr marL="0" indent="0">
              <a:buNone/>
            </a:pPr>
            <a:r>
              <a:rPr lang="en-US" sz="2400" b="1" dirty="0"/>
              <a:t>ORDER</a:t>
            </a:r>
            <a:r>
              <a:rPr lang="en-US" sz="2400" dirty="0"/>
              <a:t> </a:t>
            </a:r>
            <a:r>
              <a:rPr lang="en-US" sz="2400" b="1" dirty="0"/>
              <a:t>BY</a:t>
            </a:r>
            <a:r>
              <a:rPr lang="en-US" sz="2400" dirty="0"/>
              <a:t> City, </a:t>
            </a:r>
            <a:r>
              <a:rPr lang="en-US" sz="2400" b="1" dirty="0"/>
              <a:t>Count</a:t>
            </a:r>
            <a:r>
              <a:rPr lang="en-US" sz="2400" dirty="0"/>
              <a:t> </a:t>
            </a:r>
            <a:r>
              <a:rPr lang="en-US" sz="2400" b="1" dirty="0"/>
              <a:t>DESC</a:t>
            </a:r>
            <a:r>
              <a:rPr lang="en-US" sz="2400" dirty="0"/>
              <a:t>;</a:t>
            </a:r>
          </a:p>
          <a:p>
            <a:endParaRPr lang="en-IN" dirty="0"/>
          </a:p>
        </p:txBody>
      </p:sp>
      <p:pic>
        <p:nvPicPr>
          <p:cNvPr id="5" name="Picture 4">
            <a:extLst>
              <a:ext uri="{FF2B5EF4-FFF2-40B4-BE49-F238E27FC236}">
                <a16:creationId xmlns:a16="http://schemas.microsoft.com/office/drawing/2014/main" id="{38B94463-652C-58F3-272D-7BEAF329E550}"/>
              </a:ext>
            </a:extLst>
          </p:cNvPr>
          <p:cNvPicPr>
            <a:picLocks noChangeAspect="1"/>
          </p:cNvPicPr>
          <p:nvPr/>
        </p:nvPicPr>
        <p:blipFill>
          <a:blip r:embed="rId2"/>
          <a:stretch>
            <a:fillRect/>
          </a:stretch>
        </p:blipFill>
        <p:spPr>
          <a:xfrm>
            <a:off x="5885688" y="1920428"/>
            <a:ext cx="5900928" cy="4572447"/>
          </a:xfrm>
          <a:prstGeom prst="rect">
            <a:avLst/>
          </a:prstGeom>
        </p:spPr>
      </p:pic>
      <p:sp>
        <p:nvSpPr>
          <p:cNvPr id="6" name="Footer Placeholder 5">
            <a:extLst>
              <a:ext uri="{FF2B5EF4-FFF2-40B4-BE49-F238E27FC236}">
                <a16:creationId xmlns:a16="http://schemas.microsoft.com/office/drawing/2014/main" id="{00CED1BB-EA37-7251-7A24-AD28E366AAA4}"/>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1918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5294-3FF8-0C54-4662-AA3065E611D3}"/>
              </a:ext>
            </a:extLst>
          </p:cNvPr>
          <p:cNvSpPr>
            <a:spLocks noGrp="1"/>
          </p:cNvSpPr>
          <p:nvPr>
            <p:ph type="title"/>
          </p:nvPr>
        </p:nvSpPr>
        <p:spPr>
          <a:xfrm>
            <a:off x="838200" y="365125"/>
            <a:ext cx="6961632" cy="1325563"/>
          </a:xfrm>
        </p:spPr>
        <p:txBody>
          <a:bodyPr/>
          <a:lstStyle/>
          <a:p>
            <a:r>
              <a:rPr lang="en-US" dirty="0"/>
              <a:t>Task 6: Monthly Sales Distribution by Gender</a:t>
            </a:r>
            <a:endParaRPr lang="en-IN" dirty="0"/>
          </a:p>
        </p:txBody>
      </p:sp>
      <p:sp>
        <p:nvSpPr>
          <p:cNvPr id="3" name="Content Placeholder 2">
            <a:extLst>
              <a:ext uri="{FF2B5EF4-FFF2-40B4-BE49-F238E27FC236}">
                <a16:creationId xmlns:a16="http://schemas.microsoft.com/office/drawing/2014/main" id="{AAA02E8C-C995-6945-E961-20299AB47BDC}"/>
              </a:ext>
            </a:extLst>
          </p:cNvPr>
          <p:cNvSpPr>
            <a:spLocks noGrp="1"/>
          </p:cNvSpPr>
          <p:nvPr>
            <p:ph idx="1"/>
          </p:nvPr>
        </p:nvSpPr>
        <p:spPr>
          <a:xfrm>
            <a:off x="173736" y="2185415"/>
            <a:ext cx="7909560" cy="3976371"/>
          </a:xfrm>
        </p:spPr>
        <p:txBody>
          <a:bodyPr/>
          <a:lstStyle/>
          <a:p>
            <a:pPr marL="0" indent="0">
              <a:buNone/>
            </a:pPr>
            <a:r>
              <a:rPr lang="en-US" sz="2400" b="1" dirty="0"/>
              <a:t>SELECT</a:t>
            </a:r>
            <a:r>
              <a:rPr lang="en-US" sz="2400" dirty="0"/>
              <a:t> </a:t>
            </a:r>
          </a:p>
          <a:p>
            <a:pPr marL="0" indent="0">
              <a:buNone/>
            </a:pPr>
            <a:r>
              <a:rPr lang="en-US" sz="2400" b="1" dirty="0"/>
              <a:t>DATE_FORMAT</a:t>
            </a:r>
            <a:r>
              <a:rPr lang="en-US" sz="2400" dirty="0"/>
              <a:t>(STR_TO_DATE(</a:t>
            </a:r>
            <a:r>
              <a:rPr lang="en-US" sz="2400" b="1" dirty="0"/>
              <a:t>Date</a:t>
            </a:r>
            <a:r>
              <a:rPr lang="en-US" sz="2400" dirty="0"/>
              <a:t>, </a:t>
            </a:r>
            <a:r>
              <a:rPr lang="en-US" sz="2400" b="1" dirty="0"/>
              <a:t>'%d-%m-%Y'</a:t>
            </a:r>
            <a:r>
              <a:rPr lang="en-US" sz="2400" dirty="0"/>
              <a:t>), </a:t>
            </a:r>
            <a:r>
              <a:rPr lang="en-US" sz="2400" b="1" dirty="0"/>
              <a:t>'%Y-%m'</a:t>
            </a:r>
            <a:r>
              <a:rPr lang="en-US" sz="2400" dirty="0"/>
              <a:t>) </a:t>
            </a:r>
            <a:r>
              <a:rPr lang="en-US" sz="2400" b="1" dirty="0"/>
              <a:t>AS</a:t>
            </a:r>
            <a:r>
              <a:rPr lang="en-US" sz="2400" dirty="0"/>
              <a:t> </a:t>
            </a:r>
            <a:r>
              <a:rPr lang="en-US" sz="2400" b="1" dirty="0"/>
              <a:t>Month</a:t>
            </a:r>
            <a:r>
              <a:rPr lang="en-US" sz="2400" dirty="0"/>
              <a:t>,</a:t>
            </a:r>
          </a:p>
          <a:p>
            <a:pPr marL="0" indent="0">
              <a:buNone/>
            </a:pPr>
            <a:r>
              <a:rPr lang="en-US" sz="2400" dirty="0"/>
              <a:t>Gender,</a:t>
            </a:r>
          </a:p>
          <a:p>
            <a:pPr marL="0" indent="0">
              <a:buNone/>
            </a:pPr>
            <a:r>
              <a:rPr lang="en-US" sz="2400" b="1" dirty="0"/>
              <a:t>SUM</a:t>
            </a:r>
            <a:r>
              <a:rPr lang="en-US" sz="2400" dirty="0"/>
              <a:t>(Total) </a:t>
            </a:r>
            <a:r>
              <a:rPr lang="en-US" sz="2400" b="1" dirty="0"/>
              <a:t>AS</a:t>
            </a:r>
            <a:r>
              <a:rPr lang="en-US" sz="2400" dirty="0"/>
              <a:t> </a:t>
            </a:r>
            <a:r>
              <a:rPr lang="en-US" sz="2400" i="1" dirty="0"/>
              <a:t>Sales</a:t>
            </a:r>
            <a:endParaRPr lang="en-US" sz="2400" dirty="0"/>
          </a:p>
          <a:p>
            <a:pPr marL="0" indent="0">
              <a:buNone/>
            </a:pPr>
            <a:r>
              <a:rPr lang="en-US" sz="2400" b="1" dirty="0"/>
              <a:t>FROM</a:t>
            </a:r>
            <a:r>
              <a:rPr lang="en-US" sz="2400" dirty="0"/>
              <a:t> </a:t>
            </a:r>
            <a:r>
              <a:rPr lang="en-US" sz="2400" dirty="0" err="1"/>
              <a:t>walmartsales_dataset</a:t>
            </a:r>
            <a:endParaRPr lang="en-US" sz="2400" dirty="0"/>
          </a:p>
          <a:p>
            <a:pPr marL="0" indent="0">
              <a:buNone/>
            </a:pPr>
            <a:r>
              <a:rPr lang="en-US" sz="2400" b="1" dirty="0"/>
              <a:t>GROUP</a:t>
            </a:r>
            <a:r>
              <a:rPr lang="en-US" sz="2400" dirty="0"/>
              <a:t> </a:t>
            </a:r>
            <a:r>
              <a:rPr lang="en-US" sz="2400" b="1" dirty="0"/>
              <a:t>BY</a:t>
            </a:r>
            <a:r>
              <a:rPr lang="en-US" sz="2400" dirty="0"/>
              <a:t> </a:t>
            </a:r>
            <a:r>
              <a:rPr lang="en-US" sz="2400" b="1" dirty="0"/>
              <a:t>Date</a:t>
            </a:r>
            <a:r>
              <a:rPr lang="en-US" sz="2400" dirty="0"/>
              <a:t>, Gender;</a:t>
            </a:r>
          </a:p>
          <a:p>
            <a:endParaRPr lang="en-IN" dirty="0"/>
          </a:p>
        </p:txBody>
      </p:sp>
      <p:pic>
        <p:nvPicPr>
          <p:cNvPr id="5" name="Picture 4">
            <a:extLst>
              <a:ext uri="{FF2B5EF4-FFF2-40B4-BE49-F238E27FC236}">
                <a16:creationId xmlns:a16="http://schemas.microsoft.com/office/drawing/2014/main" id="{3793701E-7A02-005F-F169-17B47308333D}"/>
              </a:ext>
            </a:extLst>
          </p:cNvPr>
          <p:cNvPicPr>
            <a:picLocks noChangeAspect="1"/>
          </p:cNvPicPr>
          <p:nvPr/>
        </p:nvPicPr>
        <p:blipFill>
          <a:blip r:embed="rId2"/>
          <a:stretch>
            <a:fillRect/>
          </a:stretch>
        </p:blipFill>
        <p:spPr>
          <a:xfrm>
            <a:off x="8083296" y="109171"/>
            <a:ext cx="3953256" cy="6729589"/>
          </a:xfrm>
          <a:prstGeom prst="rect">
            <a:avLst/>
          </a:prstGeom>
        </p:spPr>
      </p:pic>
      <p:sp>
        <p:nvSpPr>
          <p:cNvPr id="6" name="Footer Placeholder 5">
            <a:extLst>
              <a:ext uri="{FF2B5EF4-FFF2-40B4-BE49-F238E27FC236}">
                <a16:creationId xmlns:a16="http://schemas.microsoft.com/office/drawing/2014/main" id="{1CBEF0D7-D392-FF8F-AA9E-7601EF0B8763}"/>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3421740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7757-4E35-BB22-BC4A-A9E9CB4A6FC1}"/>
              </a:ext>
            </a:extLst>
          </p:cNvPr>
          <p:cNvSpPr>
            <a:spLocks noGrp="1"/>
          </p:cNvSpPr>
          <p:nvPr>
            <p:ph type="title"/>
          </p:nvPr>
        </p:nvSpPr>
        <p:spPr/>
        <p:txBody>
          <a:bodyPr/>
          <a:lstStyle/>
          <a:p>
            <a:r>
              <a:rPr lang="en-US" dirty="0"/>
              <a:t>Task 7: Best Product Line by Customer Type</a:t>
            </a:r>
            <a:endParaRPr lang="en-IN" dirty="0"/>
          </a:p>
        </p:txBody>
      </p:sp>
      <p:sp>
        <p:nvSpPr>
          <p:cNvPr id="3" name="Content Placeholder 2">
            <a:extLst>
              <a:ext uri="{FF2B5EF4-FFF2-40B4-BE49-F238E27FC236}">
                <a16:creationId xmlns:a16="http://schemas.microsoft.com/office/drawing/2014/main" id="{6A2A355C-E620-7B66-63F7-6C854BA7D0C7}"/>
              </a:ext>
            </a:extLst>
          </p:cNvPr>
          <p:cNvSpPr>
            <a:spLocks noGrp="1"/>
          </p:cNvSpPr>
          <p:nvPr>
            <p:ph idx="1"/>
          </p:nvPr>
        </p:nvSpPr>
        <p:spPr/>
        <p:txBody>
          <a:bodyPr/>
          <a:lstStyle/>
          <a:p>
            <a:pPr marL="0" indent="0">
              <a:buNone/>
            </a:pPr>
            <a:r>
              <a:rPr lang="en-US" sz="2000" b="1" dirty="0"/>
              <a:t>SELECT</a:t>
            </a:r>
            <a:r>
              <a:rPr lang="en-US" sz="2000" dirty="0"/>
              <a:t> </a:t>
            </a:r>
          </a:p>
          <a:p>
            <a:pPr marL="0" indent="0">
              <a:buNone/>
            </a:pPr>
            <a:r>
              <a:rPr lang="en-US" sz="2000" dirty="0"/>
              <a:t>`Customer type` ,</a:t>
            </a:r>
          </a:p>
          <a:p>
            <a:pPr marL="0" indent="0">
              <a:buNone/>
            </a:pPr>
            <a:r>
              <a:rPr lang="en-US" sz="2000" dirty="0"/>
              <a:t>`Product line` ,</a:t>
            </a:r>
          </a:p>
          <a:p>
            <a:pPr marL="0" indent="0">
              <a:buNone/>
            </a:pPr>
            <a:r>
              <a:rPr lang="en-US" sz="2000" b="1" dirty="0"/>
              <a:t>SUM</a:t>
            </a:r>
            <a:r>
              <a:rPr lang="en-US" sz="2000" dirty="0"/>
              <a:t>(Total) </a:t>
            </a:r>
            <a:r>
              <a:rPr lang="en-US" sz="2000" b="1" dirty="0"/>
              <a:t>AS</a:t>
            </a:r>
            <a:r>
              <a:rPr lang="en-US" sz="2000" dirty="0"/>
              <a:t> </a:t>
            </a:r>
            <a:r>
              <a:rPr lang="en-US" sz="2000" i="1" dirty="0"/>
              <a:t>Sales</a:t>
            </a:r>
            <a:endParaRPr lang="en-US" sz="2000" dirty="0"/>
          </a:p>
          <a:p>
            <a:pPr marL="0" indent="0">
              <a:buNone/>
            </a:pPr>
            <a:r>
              <a:rPr lang="en-US" sz="2000" b="1" dirty="0"/>
              <a:t>FROM</a:t>
            </a:r>
            <a:r>
              <a:rPr lang="en-US" sz="2000" dirty="0"/>
              <a:t> </a:t>
            </a:r>
            <a:r>
              <a:rPr lang="en-US" sz="2000" dirty="0" err="1"/>
              <a:t>walmartsales_dataset</a:t>
            </a:r>
            <a:endParaRPr lang="en-US" sz="2000" dirty="0"/>
          </a:p>
          <a:p>
            <a:pPr marL="0" indent="0">
              <a:buNone/>
            </a:pPr>
            <a:r>
              <a:rPr lang="en-US" sz="2000" b="1" dirty="0"/>
              <a:t>GROUP</a:t>
            </a:r>
            <a:r>
              <a:rPr lang="en-US" sz="2000" dirty="0"/>
              <a:t> </a:t>
            </a:r>
            <a:r>
              <a:rPr lang="en-US" sz="2000" b="1" dirty="0"/>
              <a:t>BY</a:t>
            </a:r>
            <a:r>
              <a:rPr lang="en-US" sz="2000" dirty="0"/>
              <a:t> `Customer type` , `Product line` </a:t>
            </a:r>
          </a:p>
          <a:p>
            <a:pPr marL="0" indent="0">
              <a:buNone/>
            </a:pPr>
            <a:r>
              <a:rPr lang="en-US" sz="2000" b="1" dirty="0"/>
              <a:t>ORDER</a:t>
            </a:r>
            <a:r>
              <a:rPr lang="en-US" sz="2000" dirty="0"/>
              <a:t> </a:t>
            </a:r>
            <a:r>
              <a:rPr lang="en-US" sz="2000" b="1" dirty="0"/>
              <a:t>BY</a:t>
            </a:r>
            <a:r>
              <a:rPr lang="en-US" sz="2000" dirty="0"/>
              <a:t> `Customer type` , </a:t>
            </a:r>
            <a:r>
              <a:rPr lang="en-US" sz="2000" i="1" dirty="0"/>
              <a:t>Sales</a:t>
            </a:r>
            <a:r>
              <a:rPr lang="en-US" sz="2000" dirty="0"/>
              <a:t> </a:t>
            </a:r>
            <a:r>
              <a:rPr lang="en-US" sz="2000" b="1" dirty="0"/>
              <a:t>DESC</a:t>
            </a:r>
            <a:r>
              <a:rPr lang="en-US" sz="2000" dirty="0"/>
              <a:t>;</a:t>
            </a:r>
          </a:p>
          <a:p>
            <a:endParaRPr lang="en-IN" dirty="0"/>
          </a:p>
        </p:txBody>
      </p:sp>
      <p:pic>
        <p:nvPicPr>
          <p:cNvPr id="5" name="Picture 4">
            <a:extLst>
              <a:ext uri="{FF2B5EF4-FFF2-40B4-BE49-F238E27FC236}">
                <a16:creationId xmlns:a16="http://schemas.microsoft.com/office/drawing/2014/main" id="{2E46B1EB-3E7A-F07C-D6B9-C126DE2D1261}"/>
              </a:ext>
            </a:extLst>
          </p:cNvPr>
          <p:cNvPicPr>
            <a:picLocks noChangeAspect="1"/>
          </p:cNvPicPr>
          <p:nvPr/>
        </p:nvPicPr>
        <p:blipFill>
          <a:blip r:embed="rId2"/>
          <a:stretch>
            <a:fillRect/>
          </a:stretch>
        </p:blipFill>
        <p:spPr>
          <a:xfrm>
            <a:off x="5956401" y="1960562"/>
            <a:ext cx="5881729" cy="4351338"/>
          </a:xfrm>
          <a:prstGeom prst="rect">
            <a:avLst/>
          </a:prstGeom>
        </p:spPr>
      </p:pic>
      <p:sp>
        <p:nvSpPr>
          <p:cNvPr id="6" name="Footer Placeholder 5">
            <a:extLst>
              <a:ext uri="{FF2B5EF4-FFF2-40B4-BE49-F238E27FC236}">
                <a16:creationId xmlns:a16="http://schemas.microsoft.com/office/drawing/2014/main" id="{0BA96A88-065A-8B4B-EA6D-1BA2CE8147A3}"/>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292787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510A-77DD-16A3-04F0-B2DB095EEA32}"/>
              </a:ext>
            </a:extLst>
          </p:cNvPr>
          <p:cNvSpPr>
            <a:spLocks noGrp="1"/>
          </p:cNvSpPr>
          <p:nvPr>
            <p:ph type="title"/>
          </p:nvPr>
        </p:nvSpPr>
        <p:spPr/>
        <p:txBody>
          <a:bodyPr/>
          <a:lstStyle/>
          <a:p>
            <a:r>
              <a:rPr lang="en-US" dirty="0"/>
              <a:t>Task 8: Identifying Repeat Customers</a:t>
            </a:r>
            <a:endParaRPr lang="en-IN" dirty="0"/>
          </a:p>
        </p:txBody>
      </p:sp>
      <p:sp>
        <p:nvSpPr>
          <p:cNvPr id="3" name="Content Placeholder 2">
            <a:extLst>
              <a:ext uri="{FF2B5EF4-FFF2-40B4-BE49-F238E27FC236}">
                <a16:creationId xmlns:a16="http://schemas.microsoft.com/office/drawing/2014/main" id="{F4348C6B-CF4C-BD6F-98F8-A81A2CDD39CE}"/>
              </a:ext>
            </a:extLst>
          </p:cNvPr>
          <p:cNvSpPr>
            <a:spLocks noGrp="1"/>
          </p:cNvSpPr>
          <p:nvPr>
            <p:ph idx="1"/>
          </p:nvPr>
        </p:nvSpPr>
        <p:spPr/>
        <p:txBody>
          <a:bodyPr/>
          <a:lstStyle/>
          <a:p>
            <a:pPr marL="0" indent="0">
              <a:buNone/>
            </a:pPr>
            <a:r>
              <a:rPr lang="en-US" b="1" dirty="0"/>
              <a:t>SELECT</a:t>
            </a:r>
            <a:r>
              <a:rPr lang="en-US" dirty="0"/>
              <a:t> </a:t>
            </a:r>
          </a:p>
          <a:p>
            <a:pPr marL="0" indent="0">
              <a:buNone/>
            </a:pPr>
            <a:r>
              <a:rPr lang="en-US" dirty="0"/>
              <a:t>`Customer ID`,</a:t>
            </a:r>
          </a:p>
          <a:p>
            <a:pPr marL="0" indent="0">
              <a:buNone/>
            </a:pPr>
            <a:r>
              <a:rPr lang="en-US" b="1" dirty="0"/>
              <a:t>COUNT</a:t>
            </a:r>
            <a:r>
              <a:rPr lang="en-US" dirty="0"/>
              <a:t>(*) </a:t>
            </a:r>
            <a:r>
              <a:rPr lang="en-US" b="1" dirty="0"/>
              <a:t>AS</a:t>
            </a:r>
            <a:r>
              <a:rPr lang="en-US" dirty="0"/>
              <a:t> </a:t>
            </a:r>
            <a:r>
              <a:rPr lang="en-US" i="1" dirty="0" err="1"/>
              <a:t>PurchaseCount</a:t>
            </a:r>
            <a:endParaRPr lang="en-US" dirty="0"/>
          </a:p>
          <a:p>
            <a:pPr marL="0" indent="0">
              <a:buNone/>
            </a:pPr>
            <a:r>
              <a:rPr lang="en-US" b="1" dirty="0"/>
              <a:t>FROM</a:t>
            </a:r>
            <a:r>
              <a:rPr lang="en-US" dirty="0"/>
              <a:t> </a:t>
            </a:r>
            <a:r>
              <a:rPr lang="en-US" dirty="0" err="1"/>
              <a:t>walmartsales_dataset</a:t>
            </a:r>
            <a:r>
              <a:rPr lang="en-US" dirty="0"/>
              <a:t> </a:t>
            </a:r>
            <a:r>
              <a:rPr lang="en-US" i="1" dirty="0"/>
              <a:t>wd</a:t>
            </a:r>
            <a:r>
              <a:rPr lang="en-US" dirty="0"/>
              <a:t> </a:t>
            </a:r>
          </a:p>
          <a:p>
            <a:pPr marL="0" indent="0">
              <a:buNone/>
            </a:pPr>
            <a:r>
              <a:rPr lang="en-US" b="1" dirty="0"/>
              <a:t>GROUP</a:t>
            </a:r>
            <a:r>
              <a:rPr lang="en-US" dirty="0"/>
              <a:t> </a:t>
            </a:r>
            <a:r>
              <a:rPr lang="en-US" b="1" dirty="0"/>
              <a:t>BY</a:t>
            </a:r>
            <a:r>
              <a:rPr lang="en-US" dirty="0"/>
              <a:t> `Customer ID` </a:t>
            </a:r>
          </a:p>
          <a:p>
            <a:pPr marL="0" indent="0">
              <a:buNone/>
            </a:pPr>
            <a:r>
              <a:rPr lang="en-US" b="1" dirty="0"/>
              <a:t>HAVING</a:t>
            </a:r>
            <a:r>
              <a:rPr lang="en-US" dirty="0"/>
              <a:t> </a:t>
            </a:r>
            <a:r>
              <a:rPr lang="en-US" b="1" dirty="0"/>
              <a:t>COUNT</a:t>
            </a:r>
            <a:r>
              <a:rPr lang="en-US" dirty="0"/>
              <a:t>(*) &gt; 1;</a:t>
            </a:r>
          </a:p>
          <a:p>
            <a:endParaRPr lang="en-IN" dirty="0"/>
          </a:p>
        </p:txBody>
      </p:sp>
      <p:pic>
        <p:nvPicPr>
          <p:cNvPr id="5" name="Picture 4">
            <a:extLst>
              <a:ext uri="{FF2B5EF4-FFF2-40B4-BE49-F238E27FC236}">
                <a16:creationId xmlns:a16="http://schemas.microsoft.com/office/drawing/2014/main" id="{E887296D-DFD7-7A6F-0B05-94FA80BDC2E3}"/>
              </a:ext>
            </a:extLst>
          </p:cNvPr>
          <p:cNvPicPr>
            <a:picLocks noChangeAspect="1"/>
          </p:cNvPicPr>
          <p:nvPr/>
        </p:nvPicPr>
        <p:blipFill>
          <a:blip r:embed="rId2"/>
          <a:stretch>
            <a:fillRect/>
          </a:stretch>
        </p:blipFill>
        <p:spPr>
          <a:xfrm>
            <a:off x="6811828" y="1442136"/>
            <a:ext cx="4307276" cy="5118316"/>
          </a:xfrm>
          <a:prstGeom prst="rect">
            <a:avLst/>
          </a:prstGeom>
        </p:spPr>
      </p:pic>
      <p:sp>
        <p:nvSpPr>
          <p:cNvPr id="6" name="Footer Placeholder 5">
            <a:extLst>
              <a:ext uri="{FF2B5EF4-FFF2-40B4-BE49-F238E27FC236}">
                <a16:creationId xmlns:a16="http://schemas.microsoft.com/office/drawing/2014/main" id="{24BC0400-01C8-7B20-231A-A714FF999178}"/>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748737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DC63-824A-CA3A-8F9D-9FF062FBDE35}"/>
              </a:ext>
            </a:extLst>
          </p:cNvPr>
          <p:cNvSpPr>
            <a:spLocks noGrp="1"/>
          </p:cNvSpPr>
          <p:nvPr>
            <p:ph type="title"/>
          </p:nvPr>
        </p:nvSpPr>
        <p:spPr/>
        <p:txBody>
          <a:bodyPr/>
          <a:lstStyle/>
          <a:p>
            <a:r>
              <a:rPr lang="en-US" dirty="0"/>
              <a:t>Task 9: Finding Top 5 Customers by Sales Volume </a:t>
            </a:r>
            <a:endParaRPr lang="en-IN" dirty="0"/>
          </a:p>
        </p:txBody>
      </p:sp>
      <p:sp>
        <p:nvSpPr>
          <p:cNvPr id="3" name="Content Placeholder 2">
            <a:extLst>
              <a:ext uri="{FF2B5EF4-FFF2-40B4-BE49-F238E27FC236}">
                <a16:creationId xmlns:a16="http://schemas.microsoft.com/office/drawing/2014/main" id="{1A45F5EC-748F-3751-13A3-3BA49F82DB7C}"/>
              </a:ext>
            </a:extLst>
          </p:cNvPr>
          <p:cNvSpPr>
            <a:spLocks noGrp="1"/>
          </p:cNvSpPr>
          <p:nvPr>
            <p:ph idx="1"/>
          </p:nvPr>
        </p:nvSpPr>
        <p:spPr/>
        <p:txBody>
          <a:bodyPr/>
          <a:lstStyle/>
          <a:p>
            <a:pPr marL="0" indent="0">
              <a:buNone/>
            </a:pPr>
            <a:r>
              <a:rPr lang="en-US" b="1" dirty="0"/>
              <a:t>SELECT</a:t>
            </a:r>
            <a:r>
              <a:rPr lang="en-US" dirty="0"/>
              <a:t> </a:t>
            </a:r>
          </a:p>
          <a:p>
            <a:pPr marL="0" indent="0">
              <a:buNone/>
            </a:pPr>
            <a:r>
              <a:rPr lang="en-US" dirty="0"/>
              <a:t>`Customer ID`,</a:t>
            </a:r>
          </a:p>
          <a:p>
            <a:pPr marL="0" indent="0">
              <a:buNone/>
            </a:pPr>
            <a:r>
              <a:rPr lang="en-US" b="1" dirty="0"/>
              <a:t>SUM</a:t>
            </a:r>
            <a:r>
              <a:rPr lang="en-US" dirty="0"/>
              <a:t>(Total) </a:t>
            </a:r>
            <a:r>
              <a:rPr lang="en-US" b="1" dirty="0"/>
              <a:t>AS</a:t>
            </a:r>
            <a:r>
              <a:rPr lang="en-US" dirty="0"/>
              <a:t> </a:t>
            </a:r>
            <a:r>
              <a:rPr lang="en-US" i="1" dirty="0" err="1"/>
              <a:t>TotalSpent</a:t>
            </a:r>
            <a:endParaRPr lang="en-US" dirty="0"/>
          </a:p>
          <a:p>
            <a:pPr marL="0" indent="0">
              <a:buNone/>
            </a:pPr>
            <a:r>
              <a:rPr lang="en-US" b="1" dirty="0"/>
              <a:t>FROM</a:t>
            </a:r>
            <a:r>
              <a:rPr lang="en-US" dirty="0"/>
              <a:t> </a:t>
            </a:r>
            <a:r>
              <a:rPr lang="en-US" dirty="0" err="1"/>
              <a:t>walmartsales_dataset</a:t>
            </a:r>
            <a:r>
              <a:rPr lang="en-US" dirty="0"/>
              <a:t> </a:t>
            </a:r>
            <a:r>
              <a:rPr lang="en-US" i="1" dirty="0"/>
              <a:t>wd</a:t>
            </a:r>
            <a:r>
              <a:rPr lang="en-US" dirty="0"/>
              <a:t> </a:t>
            </a:r>
          </a:p>
          <a:p>
            <a:pPr marL="0" indent="0">
              <a:buNone/>
            </a:pPr>
            <a:r>
              <a:rPr lang="en-US" b="1" dirty="0"/>
              <a:t>GROUP</a:t>
            </a:r>
            <a:r>
              <a:rPr lang="en-US" dirty="0"/>
              <a:t> </a:t>
            </a:r>
            <a:r>
              <a:rPr lang="en-US" b="1" dirty="0"/>
              <a:t>BY</a:t>
            </a:r>
            <a:r>
              <a:rPr lang="en-US" dirty="0"/>
              <a:t> `Customer ID` </a:t>
            </a:r>
          </a:p>
          <a:p>
            <a:pPr marL="0" indent="0">
              <a:buNone/>
            </a:pPr>
            <a:r>
              <a:rPr lang="en-US" b="1" dirty="0"/>
              <a:t>ORDER</a:t>
            </a:r>
            <a:r>
              <a:rPr lang="en-US" dirty="0"/>
              <a:t> </a:t>
            </a:r>
            <a:r>
              <a:rPr lang="en-US" b="1" dirty="0"/>
              <a:t>BY</a:t>
            </a:r>
            <a:r>
              <a:rPr lang="en-US" dirty="0"/>
              <a:t> </a:t>
            </a:r>
            <a:r>
              <a:rPr lang="en-US" i="1" dirty="0" err="1"/>
              <a:t>TotalSpent</a:t>
            </a:r>
            <a:r>
              <a:rPr lang="en-US" dirty="0"/>
              <a:t> </a:t>
            </a:r>
            <a:r>
              <a:rPr lang="en-US" b="1" dirty="0"/>
              <a:t>DESC</a:t>
            </a:r>
            <a:endParaRPr lang="en-US" dirty="0"/>
          </a:p>
          <a:p>
            <a:pPr marL="0" indent="0">
              <a:buNone/>
            </a:pPr>
            <a:r>
              <a:rPr lang="en-US" b="1" dirty="0"/>
              <a:t>LIMIT</a:t>
            </a:r>
            <a:r>
              <a:rPr lang="en-US" dirty="0"/>
              <a:t> 5;</a:t>
            </a:r>
          </a:p>
          <a:p>
            <a:endParaRPr lang="en-IN" dirty="0"/>
          </a:p>
        </p:txBody>
      </p:sp>
      <p:pic>
        <p:nvPicPr>
          <p:cNvPr id="5" name="Picture 4">
            <a:extLst>
              <a:ext uri="{FF2B5EF4-FFF2-40B4-BE49-F238E27FC236}">
                <a16:creationId xmlns:a16="http://schemas.microsoft.com/office/drawing/2014/main" id="{76451F26-2CC2-5295-66FA-2CB6D8F952B8}"/>
              </a:ext>
            </a:extLst>
          </p:cNvPr>
          <p:cNvPicPr>
            <a:picLocks noChangeAspect="1"/>
          </p:cNvPicPr>
          <p:nvPr/>
        </p:nvPicPr>
        <p:blipFill>
          <a:blip r:embed="rId2"/>
          <a:stretch>
            <a:fillRect/>
          </a:stretch>
        </p:blipFill>
        <p:spPr>
          <a:xfrm>
            <a:off x="5983930" y="1996498"/>
            <a:ext cx="5858498" cy="3142430"/>
          </a:xfrm>
          <a:prstGeom prst="rect">
            <a:avLst/>
          </a:prstGeom>
        </p:spPr>
      </p:pic>
      <p:sp>
        <p:nvSpPr>
          <p:cNvPr id="6" name="Footer Placeholder 5">
            <a:extLst>
              <a:ext uri="{FF2B5EF4-FFF2-40B4-BE49-F238E27FC236}">
                <a16:creationId xmlns:a16="http://schemas.microsoft.com/office/drawing/2014/main" id="{20A84AB5-AD36-70AE-0EFC-B0554278266A}"/>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3459384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C2559-C7C3-572C-0FF0-8E2E5E2A9AC0}"/>
              </a:ext>
            </a:extLst>
          </p:cNvPr>
          <p:cNvSpPr>
            <a:spLocks noGrp="1"/>
          </p:cNvSpPr>
          <p:nvPr>
            <p:ph type="title"/>
          </p:nvPr>
        </p:nvSpPr>
        <p:spPr/>
        <p:txBody>
          <a:bodyPr/>
          <a:lstStyle/>
          <a:p>
            <a:r>
              <a:rPr lang="en-US" dirty="0"/>
              <a:t>Task 10: Analyzing Sales Trends by Day of the Week </a:t>
            </a:r>
            <a:endParaRPr lang="en-IN" dirty="0"/>
          </a:p>
        </p:txBody>
      </p:sp>
      <p:sp>
        <p:nvSpPr>
          <p:cNvPr id="3" name="Content Placeholder 2">
            <a:extLst>
              <a:ext uri="{FF2B5EF4-FFF2-40B4-BE49-F238E27FC236}">
                <a16:creationId xmlns:a16="http://schemas.microsoft.com/office/drawing/2014/main" id="{2C988EF9-9169-9C0A-0DD6-9E31E2609507}"/>
              </a:ext>
            </a:extLst>
          </p:cNvPr>
          <p:cNvSpPr>
            <a:spLocks noGrp="1"/>
          </p:cNvSpPr>
          <p:nvPr>
            <p:ph idx="1"/>
          </p:nvPr>
        </p:nvSpPr>
        <p:spPr/>
        <p:txBody>
          <a:bodyPr/>
          <a:lstStyle/>
          <a:p>
            <a:pPr marL="0" indent="0">
              <a:buNone/>
            </a:pPr>
            <a:r>
              <a:rPr lang="en-US" sz="2000" b="1" dirty="0"/>
              <a:t>SELECT</a:t>
            </a:r>
            <a:r>
              <a:rPr lang="en-US" sz="2000" dirty="0"/>
              <a:t> </a:t>
            </a:r>
          </a:p>
          <a:p>
            <a:pPr marL="0" indent="0">
              <a:buNone/>
            </a:pPr>
            <a:r>
              <a:rPr lang="en-US" sz="2000" b="1" dirty="0"/>
              <a:t>DAYNAME</a:t>
            </a:r>
            <a:r>
              <a:rPr lang="en-US" sz="2000" dirty="0"/>
              <a:t>(STR_TO_DATE(`Date`, </a:t>
            </a:r>
            <a:r>
              <a:rPr lang="en-US" sz="2000" b="1" dirty="0"/>
              <a:t>'%d-%m-%Y'</a:t>
            </a:r>
            <a:r>
              <a:rPr lang="en-US" sz="2000" dirty="0"/>
              <a:t>)) </a:t>
            </a:r>
            <a:r>
              <a:rPr lang="en-US" sz="2000" b="1" dirty="0"/>
              <a:t>AS</a:t>
            </a:r>
            <a:r>
              <a:rPr lang="en-US" sz="2000" dirty="0"/>
              <a:t> </a:t>
            </a:r>
            <a:r>
              <a:rPr lang="en-US" sz="2000" i="1" dirty="0" err="1"/>
              <a:t>day_of_week</a:t>
            </a:r>
            <a:r>
              <a:rPr lang="en-US" sz="2000" dirty="0"/>
              <a:t>,</a:t>
            </a:r>
          </a:p>
          <a:p>
            <a:pPr marL="0" indent="0">
              <a:buNone/>
            </a:pPr>
            <a:r>
              <a:rPr lang="en-US" sz="2000" b="1" dirty="0"/>
              <a:t>SUM</a:t>
            </a:r>
            <a:r>
              <a:rPr lang="en-US" sz="2000" dirty="0"/>
              <a:t>(total) </a:t>
            </a:r>
            <a:r>
              <a:rPr lang="en-US" sz="2000" b="1" dirty="0"/>
              <a:t>AS</a:t>
            </a:r>
            <a:r>
              <a:rPr lang="en-US" sz="2000" dirty="0"/>
              <a:t> </a:t>
            </a:r>
            <a:r>
              <a:rPr lang="en-US" sz="2000" i="1" dirty="0" err="1"/>
              <a:t>total_sales</a:t>
            </a:r>
            <a:r>
              <a:rPr lang="en-US" sz="2000" dirty="0"/>
              <a:t>,</a:t>
            </a:r>
          </a:p>
          <a:p>
            <a:pPr marL="0" indent="0">
              <a:buNone/>
            </a:pPr>
            <a:r>
              <a:rPr lang="en-US" sz="2000" b="1" dirty="0"/>
              <a:t>COUNT</a:t>
            </a:r>
            <a:r>
              <a:rPr lang="en-US" sz="2000" dirty="0"/>
              <a:t>(*) </a:t>
            </a:r>
            <a:r>
              <a:rPr lang="en-US" sz="2000" b="1" dirty="0"/>
              <a:t>AS</a:t>
            </a:r>
            <a:r>
              <a:rPr lang="en-US" sz="2000" dirty="0"/>
              <a:t> </a:t>
            </a:r>
            <a:r>
              <a:rPr lang="en-US" sz="2000" i="1" dirty="0"/>
              <a:t>transactions</a:t>
            </a:r>
            <a:endParaRPr lang="en-US" sz="2000" dirty="0"/>
          </a:p>
          <a:p>
            <a:pPr marL="0" indent="0">
              <a:buNone/>
            </a:pPr>
            <a:r>
              <a:rPr lang="en-US" sz="2000" b="1" dirty="0"/>
              <a:t>FROM</a:t>
            </a:r>
            <a:r>
              <a:rPr lang="en-US" sz="2000" dirty="0"/>
              <a:t> </a:t>
            </a:r>
            <a:r>
              <a:rPr lang="en-US" sz="2000" dirty="0" err="1"/>
              <a:t>walmartsales_dataset</a:t>
            </a:r>
            <a:r>
              <a:rPr lang="en-US" sz="2000" dirty="0"/>
              <a:t> </a:t>
            </a:r>
            <a:r>
              <a:rPr lang="en-US" sz="2000" i="1" dirty="0"/>
              <a:t>wd</a:t>
            </a:r>
            <a:r>
              <a:rPr lang="en-US" sz="2000" dirty="0"/>
              <a:t> </a:t>
            </a:r>
          </a:p>
          <a:p>
            <a:pPr marL="0" indent="0">
              <a:buNone/>
            </a:pPr>
            <a:r>
              <a:rPr lang="en-US" sz="2000" b="1" dirty="0"/>
              <a:t>GROUP</a:t>
            </a:r>
            <a:r>
              <a:rPr lang="en-US" sz="2000" dirty="0"/>
              <a:t> </a:t>
            </a:r>
            <a:r>
              <a:rPr lang="en-US" sz="2000" b="1" dirty="0"/>
              <a:t>BY</a:t>
            </a:r>
            <a:r>
              <a:rPr lang="en-US" sz="2000" dirty="0"/>
              <a:t> </a:t>
            </a:r>
            <a:r>
              <a:rPr lang="en-US" sz="2000" i="1" dirty="0" err="1"/>
              <a:t>day_of_week</a:t>
            </a:r>
            <a:endParaRPr lang="en-US" sz="2000" dirty="0"/>
          </a:p>
          <a:p>
            <a:pPr marL="0" indent="0">
              <a:buNone/>
            </a:pPr>
            <a:r>
              <a:rPr lang="en-US" sz="2000" b="1" dirty="0"/>
              <a:t>ORDER</a:t>
            </a:r>
            <a:r>
              <a:rPr lang="en-US" sz="2000" dirty="0"/>
              <a:t> </a:t>
            </a:r>
            <a:r>
              <a:rPr lang="en-US" sz="2000" b="1" dirty="0"/>
              <a:t>BY</a:t>
            </a:r>
            <a:r>
              <a:rPr lang="en-US" sz="2000" dirty="0"/>
              <a:t> </a:t>
            </a:r>
            <a:r>
              <a:rPr lang="en-US" sz="2000" i="1" dirty="0" err="1"/>
              <a:t>total_sales</a:t>
            </a:r>
            <a:r>
              <a:rPr lang="en-US" sz="2000" dirty="0"/>
              <a:t> </a:t>
            </a:r>
            <a:r>
              <a:rPr lang="en-US" sz="2000" b="1" dirty="0"/>
              <a:t>DESC</a:t>
            </a:r>
            <a:r>
              <a:rPr lang="en-US" sz="2000" dirty="0"/>
              <a:t>;</a:t>
            </a:r>
          </a:p>
          <a:p>
            <a:endParaRPr lang="en-IN" dirty="0"/>
          </a:p>
        </p:txBody>
      </p:sp>
      <p:pic>
        <p:nvPicPr>
          <p:cNvPr id="5" name="Picture 4">
            <a:extLst>
              <a:ext uri="{FF2B5EF4-FFF2-40B4-BE49-F238E27FC236}">
                <a16:creationId xmlns:a16="http://schemas.microsoft.com/office/drawing/2014/main" id="{019D9DDF-F259-7791-DE37-88C012EF8737}"/>
              </a:ext>
            </a:extLst>
          </p:cNvPr>
          <p:cNvPicPr>
            <a:picLocks noChangeAspect="1"/>
          </p:cNvPicPr>
          <p:nvPr/>
        </p:nvPicPr>
        <p:blipFill>
          <a:blip r:embed="rId2"/>
          <a:stretch>
            <a:fillRect/>
          </a:stretch>
        </p:blipFill>
        <p:spPr>
          <a:xfrm>
            <a:off x="5256312" y="3041014"/>
            <a:ext cx="6740340" cy="3135949"/>
          </a:xfrm>
          <a:prstGeom prst="rect">
            <a:avLst/>
          </a:prstGeom>
        </p:spPr>
      </p:pic>
      <p:sp>
        <p:nvSpPr>
          <p:cNvPr id="6" name="Footer Placeholder 5">
            <a:extLst>
              <a:ext uri="{FF2B5EF4-FFF2-40B4-BE49-F238E27FC236}">
                <a16:creationId xmlns:a16="http://schemas.microsoft.com/office/drawing/2014/main" id="{0C63742B-1469-2C67-BD1A-D5D4A2B5552F}"/>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1482406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EC570-49C7-7CEB-42CF-FF7E14076979}"/>
              </a:ext>
            </a:extLst>
          </p:cNvPr>
          <p:cNvSpPr>
            <a:spLocks noGrp="1"/>
          </p:cNvSpPr>
          <p:nvPr>
            <p:ph type="title"/>
          </p:nvPr>
        </p:nvSpPr>
        <p:spPr/>
        <p:txBody>
          <a:bodyPr/>
          <a:lstStyle/>
          <a:p>
            <a:r>
              <a:rPr lang="en-IN" dirty="0"/>
              <a:t>Video Link:</a:t>
            </a:r>
          </a:p>
        </p:txBody>
      </p:sp>
      <p:sp>
        <p:nvSpPr>
          <p:cNvPr id="3" name="Content Placeholder 2">
            <a:extLst>
              <a:ext uri="{FF2B5EF4-FFF2-40B4-BE49-F238E27FC236}">
                <a16:creationId xmlns:a16="http://schemas.microsoft.com/office/drawing/2014/main" id="{DF9953AF-24DF-803C-F6C7-C438283617C1}"/>
              </a:ext>
            </a:extLst>
          </p:cNvPr>
          <p:cNvSpPr>
            <a:spLocks noGrp="1"/>
          </p:cNvSpPr>
          <p:nvPr>
            <p:ph idx="1"/>
          </p:nvPr>
        </p:nvSpPr>
        <p:spPr>
          <a:xfrm>
            <a:off x="838200" y="1825625"/>
            <a:ext cx="11140440" cy="4351338"/>
          </a:xfrm>
        </p:spPr>
        <p:txBody>
          <a:bodyPr/>
          <a:lstStyle/>
          <a:p>
            <a:pPr marL="0" indent="0">
              <a:buNone/>
            </a:pPr>
            <a:r>
              <a:rPr lang="en-IN" dirty="0"/>
              <a:t>https://drive.google.com/file/d/1RdqXwcyX16IT83eaNU-mT6ayvrYbyjGH/view?usp=drive_link</a:t>
            </a:r>
          </a:p>
        </p:txBody>
      </p:sp>
      <p:sp>
        <p:nvSpPr>
          <p:cNvPr id="4" name="Footer Placeholder 3">
            <a:extLst>
              <a:ext uri="{FF2B5EF4-FFF2-40B4-BE49-F238E27FC236}">
                <a16:creationId xmlns:a16="http://schemas.microsoft.com/office/drawing/2014/main" id="{53244857-1ACA-A3C3-9646-CB497C70D229}"/>
              </a:ext>
            </a:extLst>
          </p:cNvPr>
          <p:cNvSpPr>
            <a:spLocks noGrp="1"/>
          </p:cNvSpPr>
          <p:nvPr>
            <p:ph type="ftr" sz="quarter" idx="11"/>
          </p:nvPr>
        </p:nvSpPr>
        <p:spPr/>
        <p:txBody>
          <a:bodyPr/>
          <a:lstStyle/>
          <a:p>
            <a:r>
              <a:rPr lang="en-IN"/>
              <a:t>By: Aryan Tiwari</a:t>
            </a:r>
          </a:p>
        </p:txBody>
      </p:sp>
    </p:spTree>
    <p:extLst>
      <p:ext uri="{BB962C8B-B14F-4D97-AF65-F5344CB8AC3E}">
        <p14:creationId xmlns:p14="http://schemas.microsoft.com/office/powerpoint/2010/main" val="2757159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669</Words>
  <Application>Microsoft Office PowerPoint</Application>
  <PresentationFormat>Widescreen</PresentationFormat>
  <Paragraphs>94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Sales Performance Analysis of Walmart Stores Using Advanced MySQL Techniques</vt:lpstr>
      <vt:lpstr>Task 1: Identifying the Top Branch by Sales Growth Rate </vt:lpstr>
      <vt:lpstr>Task 2: Finding the Most Profitable Product Line for Each Branch</vt:lpstr>
      <vt:lpstr>Task 3: Analyzing Customer Segmentation Based on Spending </vt:lpstr>
      <vt:lpstr>Task 4: Detecting Anomalies in Sales Transactions </vt:lpstr>
      <vt:lpstr>Task 5: Most Popular Payment Method by City</vt:lpstr>
      <vt:lpstr>Task 6: Monthly Sales Distribution by Gender</vt:lpstr>
      <vt:lpstr>Task 7: Best Product Line by Customer Type</vt:lpstr>
      <vt:lpstr>Task 8: Identifying Repeat Customers</vt:lpstr>
      <vt:lpstr>Task 9: Finding Top 5 Customers by Sales Volume </vt:lpstr>
      <vt:lpstr>Task 10: Analyzing Sales Trends by Day of the Week </vt:lpstr>
      <vt:lpstr>Video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aryantiwari240@gmail.com</dc:creator>
  <cp:lastModifiedBy>aryantiwari240@gmail.com</cp:lastModifiedBy>
  <cp:revision>1</cp:revision>
  <dcterms:created xsi:type="dcterms:W3CDTF">2025-08-20T16:09:37Z</dcterms:created>
  <dcterms:modified xsi:type="dcterms:W3CDTF">2025-08-20T17:55:59Z</dcterms:modified>
</cp:coreProperties>
</file>